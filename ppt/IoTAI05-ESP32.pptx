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70" r:id="rId3"/>
    <p:sldId id="287" r:id="rId4"/>
    <p:sldId id="286" r:id="rId5"/>
    <p:sldId id="269" r:id="rId6"/>
    <p:sldId id="277" r:id="rId7"/>
    <p:sldId id="271" r:id="rId8"/>
    <p:sldId id="272" r:id="rId9"/>
    <p:sldId id="294" r:id="rId10"/>
    <p:sldId id="266" r:id="rId11"/>
    <p:sldId id="293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ESP32</a:t>
            </a:r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146382E-7439-8FE7-6CAE-35D891B42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339" y="2819315"/>
            <a:ext cx="4277322" cy="1219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76E6B9-72E9-7078-0900-45A006F6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DCD56A-AF23-709B-56C9-91F3B6F52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ESP32 est une série de microcontrôleurs de type </a:t>
            </a:r>
            <a:r>
              <a:rPr lang="fr-FR" dirty="0" err="1"/>
              <a:t>SoC</a:t>
            </a:r>
            <a:r>
              <a:rPr lang="fr-FR" dirty="0"/>
              <a:t> d'</a:t>
            </a:r>
            <a:r>
              <a:rPr lang="fr-FR" dirty="0" err="1"/>
              <a:t>Espressif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(China)</a:t>
            </a:r>
          </a:p>
          <a:p>
            <a:pPr lvl="1"/>
            <a:r>
              <a:rPr lang="fr-FR" dirty="0"/>
              <a:t>Basé sur l'architecture </a:t>
            </a:r>
            <a:r>
              <a:rPr lang="fr-FR" dirty="0" err="1"/>
              <a:t>Xtensa</a:t>
            </a:r>
            <a:r>
              <a:rPr lang="fr-FR" dirty="0"/>
              <a:t> LX6 de </a:t>
            </a:r>
            <a:r>
              <a:rPr lang="fr-FR" dirty="0" err="1"/>
              <a:t>Tensilica</a:t>
            </a:r>
            <a:r>
              <a:rPr lang="fr-FR" dirty="0"/>
              <a:t>, intégrant la gestion du Wi-Fi du Bluetooth (BT &amp; LE) et un DSP</a:t>
            </a:r>
          </a:p>
          <a:p>
            <a:pPr lvl="1"/>
            <a:r>
              <a:rPr lang="fr-FR" dirty="0"/>
              <a:t>C'est une évolution d'ESP8266</a:t>
            </a:r>
          </a:p>
          <a:p>
            <a:pPr lvl="1"/>
            <a:r>
              <a:rPr lang="fr-FR" dirty="0"/>
              <a:t>2016</a:t>
            </a:r>
          </a:p>
          <a:p>
            <a:pPr lvl="1"/>
            <a:r>
              <a:rPr lang="fr-FR" dirty="0"/>
              <a:t>272Ko de RAM (contre 32Ko pour Arduino)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A5569F-3A96-C141-588F-77CB69AD7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496263" y="3713258"/>
            <a:ext cx="1918912" cy="35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1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9483-785A-E554-EF06-EF9C776E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F3BEC-A495-C111-C048-2CC9FB52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ESP8266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804D1-B4D0-618B-9DAA-185151088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816424" cy="5040560"/>
          </a:xfrm>
        </p:spPr>
        <p:txBody>
          <a:bodyPr/>
          <a:lstStyle/>
          <a:p>
            <a:r>
              <a:rPr lang="fr-FR" dirty="0"/>
              <a:t>Ancêtre de l'ESP8266</a:t>
            </a:r>
          </a:p>
          <a:p>
            <a:r>
              <a:rPr lang="fr-FR" dirty="0"/>
              <a:t>Pas de Bluetooth</a:t>
            </a:r>
          </a:p>
          <a:p>
            <a:r>
              <a:rPr lang="fr-FR" dirty="0"/>
              <a:t>2013</a:t>
            </a:r>
          </a:p>
        </p:txBody>
      </p:sp>
      <p:pic>
        <p:nvPicPr>
          <p:cNvPr id="1026" name="Picture 2" descr="NodeMCU Lua Amica Module V2 ESP8266 ESP-12F WIFI Wifi Development Board  avec CP2102">
            <a:extLst>
              <a:ext uri="{FF2B5EF4-FFF2-40B4-BE49-F238E27FC236}">
                <a16:creationId xmlns:a16="http://schemas.microsoft.com/office/drawing/2014/main" id="{A74BE474-BA75-1B94-637A-D94CDD662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257" y="1282452"/>
            <a:ext cx="4293096" cy="429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96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E53F8B-0471-7C3B-9524-101347C7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Nombreux formats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469A51-65AA-A713-7C7C-90380A7C0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9" y="1869200"/>
            <a:ext cx="2317572" cy="25970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50E6A4-5728-19FE-FB88-C8C595E5A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3167722"/>
            <a:ext cx="3406937" cy="284722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39D4734-D83D-E006-025E-C61169ADD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509120"/>
            <a:ext cx="2799671" cy="194421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CFBFD8B-3A45-8960-998E-1AB3B2642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597" y="1512705"/>
            <a:ext cx="2132805" cy="2597043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330309-5AF3-7D85-BDF8-7387E03CF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697" y="1340768"/>
            <a:ext cx="3816424" cy="504056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Nous utiliserons le format </a:t>
            </a:r>
            <a:r>
              <a:rPr lang="fr-FR" dirty="0" err="1"/>
              <a:t>NodeMCU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42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4B801-261B-7C77-806F-7734A98F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</a:t>
            </a:r>
          </a:p>
        </p:txBody>
      </p:sp>
      <p:pic>
        <p:nvPicPr>
          <p:cNvPr id="5" name="Espace réservé du contenu 4" descr="Une image contenant Appareils électroniques, Ingénierie électronique, circuit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26CFDBA8-CBE1-DFDF-7171-998EA337E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31985" y="-906746"/>
            <a:ext cx="5977661" cy="10103571"/>
          </a:xfrm>
        </p:spPr>
      </p:pic>
    </p:spTree>
    <p:extLst>
      <p:ext uri="{BB962C8B-B14F-4D97-AF65-F5344CB8AC3E}">
        <p14:creationId xmlns:p14="http://schemas.microsoft.com/office/powerpoint/2010/main" val="404403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7DC3F-8D62-6DCF-ED04-0B189B68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8A7568-E740-6FA4-ECDF-2C55071A6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 USB 5v</a:t>
            </a:r>
          </a:p>
          <a:p>
            <a:pPr lvl="1"/>
            <a:r>
              <a:rPr lang="fr-FR" dirty="0"/>
              <a:t>VIN vaut alors 5v</a:t>
            </a:r>
          </a:p>
          <a:p>
            <a:r>
              <a:rPr lang="fr-FR" dirty="0"/>
              <a:t>Par VIN 6v à 9v</a:t>
            </a:r>
          </a:p>
          <a:p>
            <a:pPr lvl="1"/>
            <a:r>
              <a:rPr lang="fr-FR" dirty="0"/>
              <a:t>Ne pas brancher en même temps VIN &amp; USB</a:t>
            </a:r>
          </a:p>
          <a:p>
            <a:pPr lvl="1"/>
            <a:r>
              <a:rPr lang="fr-FR" dirty="0"/>
              <a:t>En entrée ET sortie</a:t>
            </a:r>
          </a:p>
          <a:p>
            <a:r>
              <a:rPr lang="fr-FR" dirty="0"/>
              <a:t>Entrées - Sorties</a:t>
            </a:r>
          </a:p>
          <a:p>
            <a:pPr lvl="1"/>
            <a:r>
              <a:rPr lang="fr-FR" dirty="0"/>
              <a:t>Pin 3.3v</a:t>
            </a:r>
          </a:p>
          <a:p>
            <a:r>
              <a:rPr lang="fr-FR" dirty="0"/>
              <a:t>Les tensions ne peuvent pas excéder 3.3v</a:t>
            </a:r>
          </a:p>
          <a:p>
            <a:pPr lvl="1"/>
            <a:r>
              <a:rPr lang="fr-FR" dirty="0"/>
              <a:t>Il y a des protections thermiques à chaque pin</a:t>
            </a:r>
          </a:p>
          <a:p>
            <a:pPr lvl="1"/>
            <a:r>
              <a:rPr lang="fr-FR" dirty="0"/>
              <a:t>Il y a des protections de polarité</a:t>
            </a:r>
          </a:p>
          <a:p>
            <a:pPr lvl="1"/>
            <a:r>
              <a:rPr lang="fr-FR" dirty="0"/>
              <a:t>Faire attention !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455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496E42-5DDB-036D-E3E7-F635A8B1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6AB227-5E0F-EAC0-A045-59CCB95C5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2 </a:t>
            </a:r>
            <a:r>
              <a:rPr lang="fr-FR" dirty="0" err="1"/>
              <a:t>Cores</a:t>
            </a:r>
            <a:r>
              <a:rPr lang="fr-FR" dirty="0"/>
              <a:t> 32 bits 240MHz</a:t>
            </a:r>
          </a:p>
          <a:p>
            <a:r>
              <a:rPr lang="fr-FR" dirty="0"/>
              <a:t>Wifi</a:t>
            </a:r>
          </a:p>
          <a:p>
            <a:r>
              <a:rPr lang="fr-FR" dirty="0"/>
              <a:t>Bluetooth (</a:t>
            </a:r>
            <a:r>
              <a:rPr lang="fr-FR" dirty="0" err="1"/>
              <a:t>Legacy</a:t>
            </a:r>
            <a:r>
              <a:rPr lang="fr-FR" dirty="0"/>
              <a:t> &amp; LE)</a:t>
            </a:r>
          </a:p>
          <a:p>
            <a:r>
              <a:rPr lang="fr-FR" dirty="0"/>
              <a:t>160Ko à 4Mo de RAM</a:t>
            </a:r>
          </a:p>
          <a:p>
            <a:r>
              <a:rPr lang="fr-FR" dirty="0"/>
              <a:t>3.3V</a:t>
            </a:r>
          </a:p>
          <a:p>
            <a:r>
              <a:rPr lang="fr-FR" dirty="0"/>
              <a:t>Pins : GPIO ~=30 </a:t>
            </a:r>
            <a:r>
              <a:rPr lang="fr-FR" dirty="0" err="1"/>
              <a:t>Analog</a:t>
            </a:r>
            <a:r>
              <a:rPr lang="fr-FR" dirty="0"/>
              <a:t>, Digital &amp; PWM</a:t>
            </a:r>
          </a:p>
          <a:p>
            <a:r>
              <a:rPr lang="fr-FR" dirty="0"/>
              <a:t>Bus : I2C, ADC, DAC, UART, CAN, I2S, RMII</a:t>
            </a:r>
          </a:p>
          <a:p>
            <a:r>
              <a:rPr lang="fr-FR" dirty="0"/>
              <a:t>UART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586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C7E082-B2D7-EF88-FDBE-42232CE0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Wroom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47250-89AA-A55E-BA10-CDCF2E148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VIN = 5V - CP2102 = UART - BOOT = </a:t>
            </a:r>
            <a:r>
              <a:rPr lang="fr-FR" sz="2400" dirty="0" err="1"/>
              <a:t>Flashing</a:t>
            </a:r>
            <a:r>
              <a:rPr lang="fr-FR" sz="2400" dirty="0"/>
              <a:t> mode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A001429-1990-FE32-EA5C-E17CA0B40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0283"/>
            <a:ext cx="9144000" cy="487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4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6DD792-845F-832E-9A2C-C188B2B5B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Wrover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FF02EE-B37A-C034-365E-312A282D8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4 Mo RAM</a:t>
            </a:r>
          </a:p>
          <a:p>
            <a:r>
              <a:rPr lang="fr-FR" dirty="0"/>
              <a:t>Camera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8ECA798-C6FD-A933-7405-0BAA15B96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556792"/>
            <a:ext cx="5725324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0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7D6C2-4C06-83C1-878A-ED00C25F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GPIO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880FA4-90EB-82EE-AB48-C87B5633E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151C27-EEDF-24CA-DA69-208CDFEE1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144000" cy="55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53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61F1F-0979-0559-7A6C-F68EEE5B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SDK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3C7AA1-AF60-B92A-0AFE-793A315FD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Liste des SDK compatibles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69DF00-2D9A-5EBE-4506-D4B2594D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5071"/>
            <a:ext cx="9144000" cy="17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3091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</TotalTime>
  <Words>195</Words>
  <Application>Microsoft Office PowerPoint</Application>
  <PresentationFormat>Affichage à l'écran 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Monotype Sorts</vt:lpstr>
      <vt:lpstr>Times New Roman</vt:lpstr>
      <vt:lpstr>cvc</vt:lpstr>
      <vt:lpstr>Présentation PowerPoint</vt:lpstr>
      <vt:lpstr>ESP32</vt:lpstr>
      <vt:lpstr>ESP8266</vt:lpstr>
      <vt:lpstr>Nombreux formats</vt:lpstr>
      <vt:lpstr>ESP32</vt:lpstr>
      <vt:lpstr>Alimentation</vt:lpstr>
      <vt:lpstr>Spécification</vt:lpstr>
      <vt:lpstr>Wroom</vt:lpstr>
      <vt:lpstr>Wrover</vt:lpstr>
      <vt:lpstr>GPIO</vt:lpstr>
      <vt:lpstr>SDK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246</cp:revision>
  <dcterms:created xsi:type="dcterms:W3CDTF">2000-04-10T19:33:12Z</dcterms:created>
  <dcterms:modified xsi:type="dcterms:W3CDTF">2026-03-18T23:09:17Z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