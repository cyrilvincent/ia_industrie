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3"/>
  </p:notesMasterIdLst>
  <p:handoutMasterIdLst>
    <p:handoutMasterId r:id="rId14"/>
  </p:handoutMasterIdLst>
  <p:sldIdLst>
    <p:sldId id="264" r:id="rId2"/>
    <p:sldId id="265" r:id="rId3"/>
    <p:sldId id="266" r:id="rId4"/>
    <p:sldId id="267" r:id="rId5"/>
    <p:sldId id="268" r:id="rId6"/>
    <p:sldId id="270" r:id="rId7"/>
    <p:sldId id="269" r:id="rId8"/>
    <p:sldId id="271" r:id="rId9"/>
    <p:sldId id="273" r:id="rId10"/>
    <p:sldId id="272" r:id="rId11"/>
    <p:sldId id="274" r:id="rId1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1956" y="-1386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>
                <a:latin typeface="+mj-lt"/>
              </a:rPr>
              <a:t>MDM</a:t>
            </a:r>
            <a:endParaRPr lang="fr-FR" dirty="0">
              <a:latin typeface="+mj-lt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4</a:t>
            </a:r>
          </a:p>
          <a:p>
            <a:pPr eaLnBrk="1" hangingPunct="1"/>
            <a:r>
              <a:rPr lang="fr-FR" altLang="fr-FR" dirty="0"/>
              <a:t>Architecture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581711" y="1988840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44DCAE-EC72-A49D-35B0-16F1DEF0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 Architecture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4B59C8-C22F-7217-9A8F-4C26E7EA3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ercle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90C52D0-DF2D-D847-8101-4B483D048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324" y="985496"/>
            <a:ext cx="6203281" cy="546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33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B7445-89C2-7A61-67A6-37BFA141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F50F5F-52DA-EA9B-481B-B61F1A9EC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Identifier les besoins en données de l’entreprise</a:t>
            </a:r>
          </a:p>
          <a:p>
            <a:r>
              <a:rPr lang="fr-FR" dirty="0"/>
              <a:t>Concevoir et maintenir les schémas directeurs pour répondre à ces besoins</a:t>
            </a:r>
          </a:p>
          <a:p>
            <a:r>
              <a:rPr lang="fr-FR" dirty="0"/>
              <a:t>Utiliser ces schémas directeurs pour guider l’intégration des données, contrôler les actifs de données et aligner les investissements en données sur la stratégie commerciale</a:t>
            </a:r>
          </a:p>
        </p:txBody>
      </p:sp>
    </p:spTree>
    <p:extLst>
      <p:ext uri="{BB962C8B-B14F-4D97-AF65-F5344CB8AC3E}">
        <p14:creationId xmlns:p14="http://schemas.microsoft.com/office/powerpoint/2010/main" val="20675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C635DD-F7BE-F10B-30FB-2CA6A5518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9568B6-73A1-39D5-AC35-E70C31ED9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Identifier les besoins en matière de stockage et de traitement des données</a:t>
            </a:r>
          </a:p>
          <a:p>
            <a:r>
              <a:rPr lang="fr-FR" dirty="0"/>
              <a:t>Concevoir des structures et des plans pour répondre aux besoins actuels et futurs de l'entreprise en matière de données</a:t>
            </a:r>
          </a:p>
          <a:p>
            <a:r>
              <a:rPr lang="fr-FR" dirty="0"/>
              <a:t>Préparer stratégiquement les organisations à faire évoluer rapidement leurs produits, services et données afin de tirer parti des opportunités commerciales offertes par les technologies émergentes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5922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EBFF27-D818-19A3-9D28-E00FC84C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générale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A4AAFF-5674-E456-A5D9-2EC143992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989E4972-64A9-C204-E30D-229DAB2D6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103578"/>
            <a:ext cx="7621064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30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8011D7-EACB-E05E-096D-2C3AE0225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EDM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0FE757-40FB-8101-FC92-2D6CD1470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gestion des data nécessite des data model de plusieurs niveaux</a:t>
            </a:r>
          </a:p>
          <a:p>
            <a:r>
              <a:rPr lang="fr-FR" dirty="0"/>
              <a:t>L'ensemble des data model de l'entreprise est l'EDM </a:t>
            </a:r>
          </a:p>
        </p:txBody>
      </p:sp>
    </p:spTree>
    <p:extLst>
      <p:ext uri="{BB962C8B-B14F-4D97-AF65-F5344CB8AC3E}">
        <p14:creationId xmlns:p14="http://schemas.microsoft.com/office/powerpoint/2010/main" val="2524030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0B8749-CB3B-3171-ACF9-28DB557E9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EDM</a:t>
            </a:r>
          </a:p>
        </p:txBody>
      </p:sp>
      <p:pic>
        <p:nvPicPr>
          <p:cNvPr id="5" name="Image 4" descr="Une image contenant texte, capture d’écran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59FBCD59-FB8F-F837-76E3-A91033FA6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921" y="0"/>
            <a:ext cx="5702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34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E984B-1096-A893-A5C7-1C6217324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data model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8C49DB-067D-2B44-B4E0-A08D18DA0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742F3C61-09F0-59C3-D395-E5738BA85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412776"/>
            <a:ext cx="5864022" cy="544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104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A5D22E-8A31-CBC6-AD1C-4D0B3C51C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 Flow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71B874-0239-B0AA-5E22-CCEC1D58A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B7457003-B83E-3C0F-59EC-ABCD8DDD6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054444"/>
            <a:ext cx="6227307" cy="576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22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61E344-3294-7742-2387-E0BA5E02F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 Flow Matrix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28BA4D-182C-57D8-CA9A-7A0B89093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E6C7B2A3-9D36-7FA6-70AA-5DEA9599F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017578"/>
            <a:ext cx="8354591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146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A8140A-8E75-AA7A-30CE-4AAAFEFEC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0B794E-4B27-0489-D065-E258EBB8E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Choisir un sujet de TP</a:t>
            </a:r>
          </a:p>
          <a:p>
            <a:r>
              <a:rPr lang="fr-FR" dirty="0"/>
              <a:t>Si absent cas du traitement du cancer du sein</a:t>
            </a:r>
          </a:p>
          <a:p>
            <a:r>
              <a:rPr lang="fr-FR" dirty="0"/>
              <a:t>Qu'est ce que le niveau conceptuel et le niveau logique d'un EDM</a:t>
            </a:r>
          </a:p>
          <a:p>
            <a:r>
              <a:rPr lang="fr-FR" dirty="0"/>
              <a:t>Faire sur une feuille A4 un Data </a:t>
            </a:r>
            <a:r>
              <a:rPr lang="fr-FR"/>
              <a:t>Flow et/ou une </a:t>
            </a:r>
            <a:r>
              <a:rPr lang="fr-FR" dirty="0"/>
              <a:t>Data </a:t>
            </a:r>
            <a:r>
              <a:rPr lang="fr-FR"/>
              <a:t>Flow Matrix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7399440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3676</TotalTime>
  <Words>183</Words>
  <Application>Microsoft Office PowerPoint</Application>
  <PresentationFormat>Affichage à l'écran (4:3)</PresentationFormat>
  <Paragraphs>25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Monotype Sorts</vt:lpstr>
      <vt:lpstr>Times New Roman</vt:lpstr>
      <vt:lpstr>cvc</vt:lpstr>
      <vt:lpstr>Présentation PowerPoint</vt:lpstr>
      <vt:lpstr>Data Architecture</vt:lpstr>
      <vt:lpstr>Définition</vt:lpstr>
      <vt:lpstr>Buts</vt:lpstr>
      <vt:lpstr>Architecture générale</vt:lpstr>
      <vt:lpstr>EDM</vt:lpstr>
      <vt:lpstr>EDM</vt:lpstr>
      <vt:lpstr>Exemple de data model</vt:lpstr>
      <vt:lpstr>Data Flow</vt:lpstr>
      <vt:lpstr>Data Flow Matrix</vt:lpstr>
      <vt:lpstr>TP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249</cp:revision>
  <dcterms:created xsi:type="dcterms:W3CDTF">2000-04-10T19:33:12Z</dcterms:created>
  <dcterms:modified xsi:type="dcterms:W3CDTF">2026-01-07T13:01:19Z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