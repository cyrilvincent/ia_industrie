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35"/>
  </p:notesMasterIdLst>
  <p:handoutMasterIdLst>
    <p:handoutMasterId r:id="rId36"/>
  </p:handoutMasterIdLst>
  <p:sldIdLst>
    <p:sldId id="264" r:id="rId2"/>
    <p:sldId id="394" r:id="rId3"/>
    <p:sldId id="395" r:id="rId4"/>
    <p:sldId id="396" r:id="rId5"/>
    <p:sldId id="265" r:id="rId6"/>
    <p:sldId id="266" r:id="rId7"/>
    <p:sldId id="267" r:id="rId8"/>
    <p:sldId id="268" r:id="rId9"/>
    <p:sldId id="381" r:id="rId10"/>
    <p:sldId id="364" r:id="rId11"/>
    <p:sldId id="370" r:id="rId12"/>
    <p:sldId id="371" r:id="rId13"/>
    <p:sldId id="376" r:id="rId14"/>
    <p:sldId id="373" r:id="rId15"/>
    <p:sldId id="378" r:id="rId16"/>
    <p:sldId id="380" r:id="rId17"/>
    <p:sldId id="375" r:id="rId18"/>
    <p:sldId id="382" r:id="rId19"/>
    <p:sldId id="383" r:id="rId20"/>
    <p:sldId id="385" r:id="rId21"/>
    <p:sldId id="384" r:id="rId22"/>
    <p:sldId id="386" r:id="rId23"/>
    <p:sldId id="387" r:id="rId24"/>
    <p:sldId id="388" r:id="rId25"/>
    <p:sldId id="389" r:id="rId26"/>
    <p:sldId id="392" r:id="rId27"/>
    <p:sldId id="390" r:id="rId28"/>
    <p:sldId id="391" r:id="rId29"/>
    <p:sldId id="393" r:id="rId30"/>
    <p:sldId id="397" r:id="rId31"/>
    <p:sldId id="398" r:id="rId32"/>
    <p:sldId id="399" r:id="rId33"/>
    <p:sldId id="400" r:id="rId34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2462" y="-1282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image" Target="../media/image13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rawing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C74D9A-6387-4FB4-B426-E6DABF575056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E93BB65-0130-40CD-AC84-1FEC30C9B670}">
      <dgm:prSet/>
      <dgm:spPr/>
      <dgm:t>
        <a:bodyPr/>
        <a:lstStyle/>
        <a:p>
          <a:r>
            <a:rPr lang="fr-FR"/>
            <a:t>2011 – Random Forest</a:t>
          </a:r>
          <a:endParaRPr lang="en-US"/>
        </a:p>
      </dgm:t>
    </dgm:pt>
    <dgm:pt modelId="{028F1DEF-94C6-4515-A323-9BE25EA7D6E1}" type="parTrans" cxnId="{318E81B7-5D9C-49BA-B8E3-EAB0F9A69E41}">
      <dgm:prSet/>
      <dgm:spPr/>
      <dgm:t>
        <a:bodyPr/>
        <a:lstStyle/>
        <a:p>
          <a:endParaRPr lang="en-US"/>
        </a:p>
      </dgm:t>
    </dgm:pt>
    <dgm:pt modelId="{0CCF9FFC-FA57-426E-BBCB-09B4DC51AAA5}" type="sibTrans" cxnId="{318E81B7-5D9C-49BA-B8E3-EAB0F9A69E41}">
      <dgm:prSet/>
      <dgm:spPr/>
      <dgm:t>
        <a:bodyPr/>
        <a:lstStyle/>
        <a:p>
          <a:endParaRPr lang="en-US"/>
        </a:p>
      </dgm:t>
    </dgm:pt>
    <dgm:pt modelId="{2FF4D852-DA88-4AF9-825D-110F6ACCEA2C}">
      <dgm:prSet/>
      <dgm:spPr/>
      <dgm:t>
        <a:bodyPr/>
        <a:lstStyle/>
        <a:p>
          <a:r>
            <a:rPr lang="fr-FR"/>
            <a:t>1 K</a:t>
          </a:r>
          <a:endParaRPr lang="en-US"/>
        </a:p>
      </dgm:t>
    </dgm:pt>
    <dgm:pt modelId="{5F5E22D4-2DC4-4FB1-A9DC-6C6B58A574AE}" type="parTrans" cxnId="{ADF31DA2-B50A-418D-9259-38B0C68101D0}">
      <dgm:prSet/>
      <dgm:spPr/>
      <dgm:t>
        <a:bodyPr/>
        <a:lstStyle/>
        <a:p>
          <a:endParaRPr lang="en-US"/>
        </a:p>
      </dgm:t>
    </dgm:pt>
    <dgm:pt modelId="{0C1430D5-0C14-488F-8E47-98F7A41F7B1E}" type="sibTrans" cxnId="{ADF31DA2-B50A-418D-9259-38B0C68101D0}">
      <dgm:prSet/>
      <dgm:spPr/>
      <dgm:t>
        <a:bodyPr/>
        <a:lstStyle/>
        <a:p>
          <a:endParaRPr lang="en-US"/>
        </a:p>
      </dgm:t>
    </dgm:pt>
    <dgm:pt modelId="{8B866487-85FB-4D1B-B58B-4AA07F4DB1D4}">
      <dgm:prSet/>
      <dgm:spPr/>
      <dgm:t>
        <a:bodyPr/>
        <a:lstStyle/>
        <a:p>
          <a:r>
            <a:rPr lang="fr-FR"/>
            <a:t>CPU + Quelques Mo de RAM</a:t>
          </a:r>
          <a:endParaRPr lang="en-US"/>
        </a:p>
      </dgm:t>
    </dgm:pt>
    <dgm:pt modelId="{12C40AF5-4185-4E3B-9CF3-2CBEB6964EF7}" type="parTrans" cxnId="{50E1C3BF-9042-467D-8486-618C686C2E24}">
      <dgm:prSet/>
      <dgm:spPr/>
      <dgm:t>
        <a:bodyPr/>
        <a:lstStyle/>
        <a:p>
          <a:endParaRPr lang="en-US"/>
        </a:p>
      </dgm:t>
    </dgm:pt>
    <dgm:pt modelId="{11BFFDA6-7C70-4551-8FFF-0ED0831BAB54}" type="sibTrans" cxnId="{50E1C3BF-9042-467D-8486-618C686C2E24}">
      <dgm:prSet/>
      <dgm:spPr/>
      <dgm:t>
        <a:bodyPr/>
        <a:lstStyle/>
        <a:p>
          <a:endParaRPr lang="en-US"/>
        </a:p>
      </dgm:t>
    </dgm:pt>
    <dgm:pt modelId="{294CD432-24FF-4C23-A186-250EDEFAF5C2}">
      <dgm:prSet/>
      <dgm:spPr/>
      <dgm:t>
        <a:bodyPr/>
        <a:lstStyle/>
        <a:p>
          <a:r>
            <a:rPr lang="fr-FR"/>
            <a:t>2014 – VGG 16</a:t>
          </a:r>
          <a:endParaRPr lang="en-US"/>
        </a:p>
      </dgm:t>
    </dgm:pt>
    <dgm:pt modelId="{4CA79A46-CD51-438C-B164-5D419CCD3BA7}" type="parTrans" cxnId="{03566BCC-A478-44BC-BFC2-9727C49579ED}">
      <dgm:prSet/>
      <dgm:spPr/>
      <dgm:t>
        <a:bodyPr/>
        <a:lstStyle/>
        <a:p>
          <a:endParaRPr lang="en-US"/>
        </a:p>
      </dgm:t>
    </dgm:pt>
    <dgm:pt modelId="{BBE92FAB-ECEB-48FE-A029-51B528BA54A5}" type="sibTrans" cxnId="{03566BCC-A478-44BC-BFC2-9727C49579ED}">
      <dgm:prSet/>
      <dgm:spPr/>
      <dgm:t>
        <a:bodyPr/>
        <a:lstStyle/>
        <a:p>
          <a:endParaRPr lang="en-US"/>
        </a:p>
      </dgm:t>
    </dgm:pt>
    <dgm:pt modelId="{53879A9E-46F9-44C5-AD0C-06AFBB51F0CA}">
      <dgm:prSet/>
      <dgm:spPr/>
      <dgm:t>
        <a:bodyPr/>
        <a:lstStyle/>
        <a:p>
          <a:r>
            <a:rPr lang="fr-FR"/>
            <a:t>138 M</a:t>
          </a:r>
          <a:endParaRPr lang="en-US"/>
        </a:p>
      </dgm:t>
    </dgm:pt>
    <dgm:pt modelId="{E9D10C14-8D39-4311-8610-1DF38FDB5A63}" type="parTrans" cxnId="{DBAED4FD-4BDF-4D33-B467-D19D981E9591}">
      <dgm:prSet/>
      <dgm:spPr/>
      <dgm:t>
        <a:bodyPr/>
        <a:lstStyle/>
        <a:p>
          <a:endParaRPr lang="en-US"/>
        </a:p>
      </dgm:t>
    </dgm:pt>
    <dgm:pt modelId="{65B8BAFE-0688-44ED-9657-EF02EC753C76}" type="sibTrans" cxnId="{DBAED4FD-4BDF-4D33-B467-D19D981E9591}">
      <dgm:prSet/>
      <dgm:spPr/>
      <dgm:t>
        <a:bodyPr/>
        <a:lstStyle/>
        <a:p>
          <a:endParaRPr lang="en-US"/>
        </a:p>
      </dgm:t>
    </dgm:pt>
    <dgm:pt modelId="{9B020018-4B88-4DD8-A53B-0E9D76D5F3A9}">
      <dgm:prSet/>
      <dgm:spPr/>
      <dgm:t>
        <a:bodyPr/>
        <a:lstStyle/>
        <a:p>
          <a:r>
            <a:rPr lang="fr-FR"/>
            <a:t>CPU + 0.5 Go RAM</a:t>
          </a:r>
          <a:endParaRPr lang="en-US"/>
        </a:p>
      </dgm:t>
    </dgm:pt>
    <dgm:pt modelId="{FA02B555-488A-4F2A-964D-2BFBD722AF92}" type="parTrans" cxnId="{153954E4-5F8E-4B20-A337-1B6F32BE7198}">
      <dgm:prSet/>
      <dgm:spPr/>
      <dgm:t>
        <a:bodyPr/>
        <a:lstStyle/>
        <a:p>
          <a:endParaRPr lang="en-US"/>
        </a:p>
      </dgm:t>
    </dgm:pt>
    <dgm:pt modelId="{72E364BF-0E8D-4CD2-86B9-3B5BECFDAAE6}" type="sibTrans" cxnId="{153954E4-5F8E-4B20-A337-1B6F32BE7198}">
      <dgm:prSet/>
      <dgm:spPr/>
      <dgm:t>
        <a:bodyPr/>
        <a:lstStyle/>
        <a:p>
          <a:endParaRPr lang="en-US"/>
        </a:p>
      </dgm:t>
    </dgm:pt>
    <dgm:pt modelId="{3EDB70AB-DDB1-4B00-88BF-BC6F2EF5D870}">
      <dgm:prSet/>
      <dgm:spPr/>
      <dgm:t>
        <a:bodyPr/>
        <a:lstStyle/>
        <a:p>
          <a:r>
            <a:rPr lang="fr-FR"/>
            <a:t>Inférence en 1s</a:t>
          </a:r>
          <a:endParaRPr lang="en-US"/>
        </a:p>
      </dgm:t>
    </dgm:pt>
    <dgm:pt modelId="{705539AB-76F8-4063-AEA1-6C82CA189E22}" type="parTrans" cxnId="{8F53F94A-84F6-4B42-BB84-7E16C079AA7E}">
      <dgm:prSet/>
      <dgm:spPr/>
      <dgm:t>
        <a:bodyPr/>
        <a:lstStyle/>
        <a:p>
          <a:endParaRPr lang="en-US"/>
        </a:p>
      </dgm:t>
    </dgm:pt>
    <dgm:pt modelId="{540908CD-9492-4556-A2D4-CAC3492D8026}" type="sibTrans" cxnId="{8F53F94A-84F6-4B42-BB84-7E16C079AA7E}">
      <dgm:prSet/>
      <dgm:spPr/>
      <dgm:t>
        <a:bodyPr/>
        <a:lstStyle/>
        <a:p>
          <a:endParaRPr lang="en-US"/>
        </a:p>
      </dgm:t>
    </dgm:pt>
    <dgm:pt modelId="{870B1E6E-F4EC-4E9D-8F75-CE63D9B2BCF5}">
      <dgm:prSet/>
      <dgm:spPr/>
      <dgm:t>
        <a:bodyPr/>
        <a:lstStyle/>
        <a:p>
          <a:r>
            <a:rPr lang="fr-FR"/>
            <a:t>2017 – ResNet 1</a:t>
          </a:r>
          <a:endParaRPr lang="en-US"/>
        </a:p>
      </dgm:t>
    </dgm:pt>
    <dgm:pt modelId="{DD8675CF-CBCE-4752-BA23-A8BA55055AAE}" type="parTrans" cxnId="{257BA5D4-BF19-42DC-88E0-51515451B630}">
      <dgm:prSet/>
      <dgm:spPr/>
      <dgm:t>
        <a:bodyPr/>
        <a:lstStyle/>
        <a:p>
          <a:endParaRPr lang="en-US"/>
        </a:p>
      </dgm:t>
    </dgm:pt>
    <dgm:pt modelId="{4C579E26-A222-47F7-B3DA-9416BB47AE30}" type="sibTrans" cxnId="{257BA5D4-BF19-42DC-88E0-51515451B630}">
      <dgm:prSet/>
      <dgm:spPr/>
      <dgm:t>
        <a:bodyPr/>
        <a:lstStyle/>
        <a:p>
          <a:endParaRPr lang="en-US"/>
        </a:p>
      </dgm:t>
    </dgm:pt>
    <dgm:pt modelId="{58384B01-65C6-4C84-BD48-FDFDF84D1F53}">
      <dgm:prSet/>
      <dgm:spPr/>
      <dgm:t>
        <a:bodyPr/>
        <a:lstStyle/>
        <a:p>
          <a:r>
            <a:rPr lang="fr-FR"/>
            <a:t>60 M</a:t>
          </a:r>
          <a:endParaRPr lang="en-US"/>
        </a:p>
      </dgm:t>
    </dgm:pt>
    <dgm:pt modelId="{6F56DD3D-8827-4746-9B6D-67DF5E6F0D75}" type="parTrans" cxnId="{C856606B-ECF7-40DB-B99B-E04EF874C881}">
      <dgm:prSet/>
      <dgm:spPr/>
      <dgm:t>
        <a:bodyPr/>
        <a:lstStyle/>
        <a:p>
          <a:endParaRPr lang="en-US"/>
        </a:p>
      </dgm:t>
    </dgm:pt>
    <dgm:pt modelId="{3F42A37E-0740-433C-9D58-0325646599BA}" type="sibTrans" cxnId="{C856606B-ECF7-40DB-B99B-E04EF874C881}">
      <dgm:prSet/>
      <dgm:spPr/>
      <dgm:t>
        <a:bodyPr/>
        <a:lstStyle/>
        <a:p>
          <a:endParaRPr lang="en-US"/>
        </a:p>
      </dgm:t>
    </dgm:pt>
    <dgm:pt modelId="{C5323196-585B-4D21-AE4A-EBA4D8134C74}">
      <dgm:prSet/>
      <dgm:spPr/>
      <dgm:t>
        <a:bodyPr/>
        <a:lstStyle/>
        <a:p>
          <a:r>
            <a:rPr lang="fr-FR"/>
            <a:t>CPU + 4 Go RAM = Inférence en 4s</a:t>
          </a:r>
          <a:endParaRPr lang="en-US"/>
        </a:p>
      </dgm:t>
    </dgm:pt>
    <dgm:pt modelId="{35FE8194-FD07-4D46-B72D-422CBE26DC3A}" type="parTrans" cxnId="{2906824B-6CFE-422E-BB49-4B67F2035660}">
      <dgm:prSet/>
      <dgm:spPr/>
      <dgm:t>
        <a:bodyPr/>
        <a:lstStyle/>
        <a:p>
          <a:endParaRPr lang="en-US"/>
        </a:p>
      </dgm:t>
    </dgm:pt>
    <dgm:pt modelId="{D51916CF-A8C5-434A-BB39-24AB56F26EC4}" type="sibTrans" cxnId="{2906824B-6CFE-422E-BB49-4B67F2035660}">
      <dgm:prSet/>
      <dgm:spPr/>
      <dgm:t>
        <a:bodyPr/>
        <a:lstStyle/>
        <a:p>
          <a:endParaRPr lang="en-US"/>
        </a:p>
      </dgm:t>
    </dgm:pt>
    <dgm:pt modelId="{E81161C6-611A-4B1A-B7B0-225D21183635}">
      <dgm:prSet/>
      <dgm:spPr/>
      <dgm:t>
        <a:bodyPr/>
        <a:lstStyle/>
        <a:p>
          <a:r>
            <a:rPr lang="fr-FR"/>
            <a:t>GPU + 4 Go VRAM = Inférence en 1s</a:t>
          </a:r>
          <a:endParaRPr lang="en-US"/>
        </a:p>
      </dgm:t>
    </dgm:pt>
    <dgm:pt modelId="{441D9347-E6ED-41A4-8290-A5390F75DEDE}" type="parTrans" cxnId="{CAE42BC6-F393-4436-AF45-50CC58FEB62F}">
      <dgm:prSet/>
      <dgm:spPr/>
      <dgm:t>
        <a:bodyPr/>
        <a:lstStyle/>
        <a:p>
          <a:endParaRPr lang="en-US"/>
        </a:p>
      </dgm:t>
    </dgm:pt>
    <dgm:pt modelId="{8B3729B3-EC3C-48A7-AD00-51C2F88F79A3}" type="sibTrans" cxnId="{CAE42BC6-F393-4436-AF45-50CC58FEB62F}">
      <dgm:prSet/>
      <dgm:spPr/>
      <dgm:t>
        <a:bodyPr/>
        <a:lstStyle/>
        <a:p>
          <a:endParaRPr lang="en-US"/>
        </a:p>
      </dgm:t>
    </dgm:pt>
    <dgm:pt modelId="{9D162729-A8EA-431A-AE50-E59D860EA493}">
      <dgm:prSet/>
      <dgm:spPr/>
      <dgm:t>
        <a:bodyPr/>
        <a:lstStyle/>
        <a:p>
          <a:r>
            <a:rPr lang="fr-FR"/>
            <a:t>en 1s</a:t>
          </a:r>
          <a:endParaRPr lang="en-US"/>
        </a:p>
      </dgm:t>
    </dgm:pt>
    <dgm:pt modelId="{20E2F8BE-4622-4AAE-A371-61B350787D05}" type="parTrans" cxnId="{8DBBC142-E743-4C65-B090-99A91A9F62B9}">
      <dgm:prSet/>
      <dgm:spPr/>
      <dgm:t>
        <a:bodyPr/>
        <a:lstStyle/>
        <a:p>
          <a:endParaRPr lang="en-US"/>
        </a:p>
      </dgm:t>
    </dgm:pt>
    <dgm:pt modelId="{10EFFE5D-E213-44EA-BDF7-3EDE329F2C8D}" type="sibTrans" cxnId="{8DBBC142-E743-4C65-B090-99A91A9F62B9}">
      <dgm:prSet/>
      <dgm:spPr/>
      <dgm:t>
        <a:bodyPr/>
        <a:lstStyle/>
        <a:p>
          <a:endParaRPr lang="en-US"/>
        </a:p>
      </dgm:t>
    </dgm:pt>
    <dgm:pt modelId="{5B13E2B1-54A9-4ED8-B055-C31EB1250756}" type="pres">
      <dgm:prSet presAssocID="{14C74D9A-6387-4FB4-B426-E6DABF575056}" presName="linear" presStyleCnt="0">
        <dgm:presLayoutVars>
          <dgm:dir/>
          <dgm:animLvl val="lvl"/>
          <dgm:resizeHandles val="exact"/>
        </dgm:presLayoutVars>
      </dgm:prSet>
      <dgm:spPr/>
    </dgm:pt>
    <dgm:pt modelId="{44DBD81C-AA7B-4F98-A689-77B309E1D252}" type="pres">
      <dgm:prSet presAssocID="{BE93BB65-0130-40CD-AC84-1FEC30C9B670}" presName="parentLin" presStyleCnt="0"/>
      <dgm:spPr/>
    </dgm:pt>
    <dgm:pt modelId="{A1F5A61F-85B2-454A-88FF-FBAC7E3FE2DC}" type="pres">
      <dgm:prSet presAssocID="{BE93BB65-0130-40CD-AC84-1FEC30C9B670}" presName="parentLeftMargin" presStyleLbl="node1" presStyleIdx="0" presStyleCnt="4"/>
      <dgm:spPr/>
    </dgm:pt>
    <dgm:pt modelId="{0B695B81-5DC0-4EC7-99BA-C4B041C78A21}" type="pres">
      <dgm:prSet presAssocID="{BE93BB65-0130-40CD-AC84-1FEC30C9B67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EC7C0F7-B2F3-48F2-8215-4A42CDE103C0}" type="pres">
      <dgm:prSet presAssocID="{BE93BB65-0130-40CD-AC84-1FEC30C9B670}" presName="negativeSpace" presStyleCnt="0"/>
      <dgm:spPr/>
    </dgm:pt>
    <dgm:pt modelId="{844EA2D7-D23F-4D8C-AE20-23475C77529B}" type="pres">
      <dgm:prSet presAssocID="{BE93BB65-0130-40CD-AC84-1FEC30C9B670}" presName="childText" presStyleLbl="conFgAcc1" presStyleIdx="0" presStyleCnt="4">
        <dgm:presLayoutVars>
          <dgm:bulletEnabled val="1"/>
        </dgm:presLayoutVars>
      </dgm:prSet>
      <dgm:spPr/>
    </dgm:pt>
    <dgm:pt modelId="{C8A82F2C-C83B-4788-95C7-2104D747CB59}" type="pres">
      <dgm:prSet presAssocID="{0CCF9FFC-FA57-426E-BBCB-09B4DC51AAA5}" presName="spaceBetweenRectangles" presStyleCnt="0"/>
      <dgm:spPr/>
    </dgm:pt>
    <dgm:pt modelId="{258853D3-B943-4446-B9B7-9C119693E971}" type="pres">
      <dgm:prSet presAssocID="{294CD432-24FF-4C23-A186-250EDEFAF5C2}" presName="parentLin" presStyleCnt="0"/>
      <dgm:spPr/>
    </dgm:pt>
    <dgm:pt modelId="{F758288B-3CAB-4665-AD9C-B520E10FD67B}" type="pres">
      <dgm:prSet presAssocID="{294CD432-24FF-4C23-A186-250EDEFAF5C2}" presName="parentLeftMargin" presStyleLbl="node1" presStyleIdx="0" presStyleCnt="4"/>
      <dgm:spPr/>
    </dgm:pt>
    <dgm:pt modelId="{82F8024C-DB58-403C-A142-39797EF6AA05}" type="pres">
      <dgm:prSet presAssocID="{294CD432-24FF-4C23-A186-250EDEFAF5C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76AD73F-2C41-4704-8D7D-FC88D871312B}" type="pres">
      <dgm:prSet presAssocID="{294CD432-24FF-4C23-A186-250EDEFAF5C2}" presName="negativeSpace" presStyleCnt="0"/>
      <dgm:spPr/>
    </dgm:pt>
    <dgm:pt modelId="{06147F48-F2A0-4088-838F-0940EAE2B08F}" type="pres">
      <dgm:prSet presAssocID="{294CD432-24FF-4C23-A186-250EDEFAF5C2}" presName="childText" presStyleLbl="conFgAcc1" presStyleIdx="1" presStyleCnt="4">
        <dgm:presLayoutVars>
          <dgm:bulletEnabled val="1"/>
        </dgm:presLayoutVars>
      </dgm:prSet>
      <dgm:spPr/>
    </dgm:pt>
    <dgm:pt modelId="{90EE043F-5B04-44FC-9FD8-E4ED17D98003}" type="pres">
      <dgm:prSet presAssocID="{BBE92FAB-ECEB-48FE-A029-51B528BA54A5}" presName="spaceBetweenRectangles" presStyleCnt="0"/>
      <dgm:spPr/>
    </dgm:pt>
    <dgm:pt modelId="{C1456066-09D4-4ECD-9D42-D7B04D008304}" type="pres">
      <dgm:prSet presAssocID="{870B1E6E-F4EC-4E9D-8F75-CE63D9B2BCF5}" presName="parentLin" presStyleCnt="0"/>
      <dgm:spPr/>
    </dgm:pt>
    <dgm:pt modelId="{C007979D-969F-4F36-9DCE-14CD9022B39F}" type="pres">
      <dgm:prSet presAssocID="{870B1E6E-F4EC-4E9D-8F75-CE63D9B2BCF5}" presName="parentLeftMargin" presStyleLbl="node1" presStyleIdx="1" presStyleCnt="4"/>
      <dgm:spPr/>
    </dgm:pt>
    <dgm:pt modelId="{30E3AF1A-0E3C-4DA7-9BF2-125E5C98FBA3}" type="pres">
      <dgm:prSet presAssocID="{870B1E6E-F4EC-4E9D-8F75-CE63D9B2BCF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D94E857-0E9C-431F-BDBF-89BFF94AAA47}" type="pres">
      <dgm:prSet presAssocID="{870B1E6E-F4EC-4E9D-8F75-CE63D9B2BCF5}" presName="negativeSpace" presStyleCnt="0"/>
      <dgm:spPr/>
    </dgm:pt>
    <dgm:pt modelId="{FDC4F149-ACCF-43EF-97D7-4139A39172E0}" type="pres">
      <dgm:prSet presAssocID="{870B1E6E-F4EC-4E9D-8F75-CE63D9B2BCF5}" presName="childText" presStyleLbl="conFgAcc1" presStyleIdx="2" presStyleCnt="4">
        <dgm:presLayoutVars>
          <dgm:bulletEnabled val="1"/>
        </dgm:presLayoutVars>
      </dgm:prSet>
      <dgm:spPr/>
    </dgm:pt>
    <dgm:pt modelId="{54F03AF6-38B0-49BB-8EFF-0FFC7A6F824E}" type="pres">
      <dgm:prSet presAssocID="{4C579E26-A222-47F7-B3DA-9416BB47AE30}" presName="spaceBetweenRectangles" presStyleCnt="0"/>
      <dgm:spPr/>
    </dgm:pt>
    <dgm:pt modelId="{7BFA7EEB-8D99-4BCB-9D5A-C9FE4EDF7F5D}" type="pres">
      <dgm:prSet presAssocID="{9D162729-A8EA-431A-AE50-E59D860EA493}" presName="parentLin" presStyleCnt="0"/>
      <dgm:spPr/>
    </dgm:pt>
    <dgm:pt modelId="{AB367B9A-1707-4C30-A36C-03B3C502FE99}" type="pres">
      <dgm:prSet presAssocID="{9D162729-A8EA-431A-AE50-E59D860EA493}" presName="parentLeftMargin" presStyleLbl="node1" presStyleIdx="2" presStyleCnt="4"/>
      <dgm:spPr/>
    </dgm:pt>
    <dgm:pt modelId="{C1D1B91F-5C1A-463E-A669-2EF73E833DB3}" type="pres">
      <dgm:prSet presAssocID="{9D162729-A8EA-431A-AE50-E59D860EA493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42E72AB4-A956-4F2D-AEE3-3C3E84C7F18C}" type="pres">
      <dgm:prSet presAssocID="{9D162729-A8EA-431A-AE50-E59D860EA493}" presName="negativeSpace" presStyleCnt="0"/>
      <dgm:spPr/>
    </dgm:pt>
    <dgm:pt modelId="{7A8DB0FA-7E6D-4DFA-A175-73D92503EA7D}" type="pres">
      <dgm:prSet presAssocID="{9D162729-A8EA-431A-AE50-E59D860EA493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25213717-0EB8-4B42-84A5-A04322B9655D}" type="presOf" srcId="{870B1E6E-F4EC-4E9D-8F75-CE63D9B2BCF5}" destId="{C007979D-969F-4F36-9DCE-14CD9022B39F}" srcOrd="0" destOrd="0" presId="urn:microsoft.com/office/officeart/2005/8/layout/list1"/>
    <dgm:cxn modelId="{EF41F81E-FFF2-4352-9274-C338D4D55C8A}" type="presOf" srcId="{3EDB70AB-DDB1-4B00-88BF-BC6F2EF5D870}" destId="{06147F48-F2A0-4088-838F-0940EAE2B08F}" srcOrd="0" destOrd="2" presId="urn:microsoft.com/office/officeart/2005/8/layout/list1"/>
    <dgm:cxn modelId="{23C49C2F-0E6B-45B1-9DB4-F7EC2D9B5F13}" type="presOf" srcId="{294CD432-24FF-4C23-A186-250EDEFAF5C2}" destId="{F758288B-3CAB-4665-AD9C-B520E10FD67B}" srcOrd="0" destOrd="0" presId="urn:microsoft.com/office/officeart/2005/8/layout/list1"/>
    <dgm:cxn modelId="{207B0F35-6502-4285-863A-7BB6F6B1C040}" type="presOf" srcId="{9D162729-A8EA-431A-AE50-E59D860EA493}" destId="{AB367B9A-1707-4C30-A36C-03B3C502FE99}" srcOrd="0" destOrd="0" presId="urn:microsoft.com/office/officeart/2005/8/layout/list1"/>
    <dgm:cxn modelId="{C7ACD25D-A97D-4EA2-A93F-A2C86FAAFAC6}" type="presOf" srcId="{2FF4D852-DA88-4AF9-825D-110F6ACCEA2C}" destId="{844EA2D7-D23F-4D8C-AE20-23475C77529B}" srcOrd="0" destOrd="0" presId="urn:microsoft.com/office/officeart/2005/8/layout/list1"/>
    <dgm:cxn modelId="{F326B142-47FD-4337-83E4-2DD0B794A542}" type="presOf" srcId="{870B1E6E-F4EC-4E9D-8F75-CE63D9B2BCF5}" destId="{30E3AF1A-0E3C-4DA7-9BF2-125E5C98FBA3}" srcOrd="1" destOrd="0" presId="urn:microsoft.com/office/officeart/2005/8/layout/list1"/>
    <dgm:cxn modelId="{8DBBC142-E743-4C65-B090-99A91A9F62B9}" srcId="{14C74D9A-6387-4FB4-B426-E6DABF575056}" destId="{9D162729-A8EA-431A-AE50-E59D860EA493}" srcOrd="3" destOrd="0" parTransId="{20E2F8BE-4622-4AAE-A371-61B350787D05}" sibTransId="{10EFFE5D-E213-44EA-BDF7-3EDE329F2C8D}"/>
    <dgm:cxn modelId="{8F53F94A-84F6-4B42-BB84-7E16C079AA7E}" srcId="{294CD432-24FF-4C23-A186-250EDEFAF5C2}" destId="{3EDB70AB-DDB1-4B00-88BF-BC6F2EF5D870}" srcOrd="2" destOrd="0" parTransId="{705539AB-76F8-4063-AEA1-6C82CA189E22}" sibTransId="{540908CD-9492-4556-A2D4-CAC3492D8026}"/>
    <dgm:cxn modelId="{C856606B-ECF7-40DB-B99B-E04EF874C881}" srcId="{870B1E6E-F4EC-4E9D-8F75-CE63D9B2BCF5}" destId="{58384B01-65C6-4C84-BD48-FDFDF84D1F53}" srcOrd="0" destOrd="0" parTransId="{6F56DD3D-8827-4746-9B6D-67DF5E6F0D75}" sibTransId="{3F42A37E-0740-433C-9D58-0325646599BA}"/>
    <dgm:cxn modelId="{2906824B-6CFE-422E-BB49-4B67F2035660}" srcId="{870B1E6E-F4EC-4E9D-8F75-CE63D9B2BCF5}" destId="{C5323196-585B-4D21-AE4A-EBA4D8134C74}" srcOrd="1" destOrd="0" parTransId="{35FE8194-FD07-4D46-B72D-422CBE26DC3A}" sibTransId="{D51916CF-A8C5-434A-BB39-24AB56F26EC4}"/>
    <dgm:cxn modelId="{7C739E6F-800C-416E-BD4C-13E1CA613450}" type="presOf" srcId="{BE93BB65-0130-40CD-AC84-1FEC30C9B670}" destId="{A1F5A61F-85B2-454A-88FF-FBAC7E3FE2DC}" srcOrd="0" destOrd="0" presId="urn:microsoft.com/office/officeart/2005/8/layout/list1"/>
    <dgm:cxn modelId="{2E4FA071-AFB5-472A-B93E-EA14AC25DD67}" type="presOf" srcId="{9B020018-4B88-4DD8-A53B-0E9D76D5F3A9}" destId="{06147F48-F2A0-4088-838F-0940EAE2B08F}" srcOrd="0" destOrd="1" presId="urn:microsoft.com/office/officeart/2005/8/layout/list1"/>
    <dgm:cxn modelId="{9A1EE777-E756-4FA5-8B58-D085B8DC031E}" type="presOf" srcId="{BE93BB65-0130-40CD-AC84-1FEC30C9B670}" destId="{0B695B81-5DC0-4EC7-99BA-C4B041C78A21}" srcOrd="1" destOrd="0" presId="urn:microsoft.com/office/officeart/2005/8/layout/list1"/>
    <dgm:cxn modelId="{DCE72680-4E4B-424C-83D5-A7D5EA397311}" type="presOf" srcId="{9D162729-A8EA-431A-AE50-E59D860EA493}" destId="{C1D1B91F-5C1A-463E-A669-2EF73E833DB3}" srcOrd="1" destOrd="0" presId="urn:microsoft.com/office/officeart/2005/8/layout/list1"/>
    <dgm:cxn modelId="{A44E7485-7D18-4D47-9C0E-8F5AD8CEDF35}" type="presOf" srcId="{58384B01-65C6-4C84-BD48-FDFDF84D1F53}" destId="{FDC4F149-ACCF-43EF-97D7-4139A39172E0}" srcOrd="0" destOrd="0" presId="urn:microsoft.com/office/officeart/2005/8/layout/list1"/>
    <dgm:cxn modelId="{EA84EB9C-D25A-4A08-8FB5-A905981F76DA}" type="presOf" srcId="{53879A9E-46F9-44C5-AD0C-06AFBB51F0CA}" destId="{06147F48-F2A0-4088-838F-0940EAE2B08F}" srcOrd="0" destOrd="0" presId="urn:microsoft.com/office/officeart/2005/8/layout/list1"/>
    <dgm:cxn modelId="{ADF31DA2-B50A-418D-9259-38B0C68101D0}" srcId="{BE93BB65-0130-40CD-AC84-1FEC30C9B670}" destId="{2FF4D852-DA88-4AF9-825D-110F6ACCEA2C}" srcOrd="0" destOrd="0" parTransId="{5F5E22D4-2DC4-4FB1-A9DC-6C6B58A574AE}" sibTransId="{0C1430D5-0C14-488F-8E47-98F7A41F7B1E}"/>
    <dgm:cxn modelId="{9E2938AB-9946-4589-9ED5-31193F0CABD9}" type="presOf" srcId="{8B866487-85FB-4D1B-B58B-4AA07F4DB1D4}" destId="{844EA2D7-D23F-4D8C-AE20-23475C77529B}" srcOrd="0" destOrd="1" presId="urn:microsoft.com/office/officeart/2005/8/layout/list1"/>
    <dgm:cxn modelId="{318E81B7-5D9C-49BA-B8E3-EAB0F9A69E41}" srcId="{14C74D9A-6387-4FB4-B426-E6DABF575056}" destId="{BE93BB65-0130-40CD-AC84-1FEC30C9B670}" srcOrd="0" destOrd="0" parTransId="{028F1DEF-94C6-4515-A323-9BE25EA7D6E1}" sibTransId="{0CCF9FFC-FA57-426E-BBCB-09B4DC51AAA5}"/>
    <dgm:cxn modelId="{3DFE9CBB-4C44-447B-8120-9AA4F4D1D51D}" type="presOf" srcId="{E81161C6-611A-4B1A-B7B0-225D21183635}" destId="{FDC4F149-ACCF-43EF-97D7-4139A39172E0}" srcOrd="0" destOrd="2" presId="urn:microsoft.com/office/officeart/2005/8/layout/list1"/>
    <dgm:cxn modelId="{50E1C3BF-9042-467D-8486-618C686C2E24}" srcId="{BE93BB65-0130-40CD-AC84-1FEC30C9B670}" destId="{8B866487-85FB-4D1B-B58B-4AA07F4DB1D4}" srcOrd="1" destOrd="0" parTransId="{12C40AF5-4185-4E3B-9CF3-2CBEB6964EF7}" sibTransId="{11BFFDA6-7C70-4551-8FFF-0ED0831BAB54}"/>
    <dgm:cxn modelId="{CAE42BC6-F393-4436-AF45-50CC58FEB62F}" srcId="{870B1E6E-F4EC-4E9D-8F75-CE63D9B2BCF5}" destId="{E81161C6-611A-4B1A-B7B0-225D21183635}" srcOrd="2" destOrd="0" parTransId="{441D9347-E6ED-41A4-8290-A5390F75DEDE}" sibTransId="{8B3729B3-EC3C-48A7-AD00-51C2F88F79A3}"/>
    <dgm:cxn modelId="{03566BCC-A478-44BC-BFC2-9727C49579ED}" srcId="{14C74D9A-6387-4FB4-B426-E6DABF575056}" destId="{294CD432-24FF-4C23-A186-250EDEFAF5C2}" srcOrd="1" destOrd="0" parTransId="{4CA79A46-CD51-438C-B164-5D419CCD3BA7}" sibTransId="{BBE92FAB-ECEB-48FE-A029-51B528BA54A5}"/>
    <dgm:cxn modelId="{13C0BDD2-6A57-4404-82E5-37563D289B18}" type="presOf" srcId="{14C74D9A-6387-4FB4-B426-E6DABF575056}" destId="{5B13E2B1-54A9-4ED8-B055-C31EB1250756}" srcOrd="0" destOrd="0" presId="urn:microsoft.com/office/officeart/2005/8/layout/list1"/>
    <dgm:cxn modelId="{257BA5D4-BF19-42DC-88E0-51515451B630}" srcId="{14C74D9A-6387-4FB4-B426-E6DABF575056}" destId="{870B1E6E-F4EC-4E9D-8F75-CE63D9B2BCF5}" srcOrd="2" destOrd="0" parTransId="{DD8675CF-CBCE-4752-BA23-A8BA55055AAE}" sibTransId="{4C579E26-A222-47F7-B3DA-9416BB47AE30}"/>
    <dgm:cxn modelId="{E017E1DE-E259-4C81-85AA-BEE2448A96E1}" type="presOf" srcId="{C5323196-585B-4D21-AE4A-EBA4D8134C74}" destId="{FDC4F149-ACCF-43EF-97D7-4139A39172E0}" srcOrd="0" destOrd="1" presId="urn:microsoft.com/office/officeart/2005/8/layout/list1"/>
    <dgm:cxn modelId="{153954E4-5F8E-4B20-A337-1B6F32BE7198}" srcId="{294CD432-24FF-4C23-A186-250EDEFAF5C2}" destId="{9B020018-4B88-4DD8-A53B-0E9D76D5F3A9}" srcOrd="1" destOrd="0" parTransId="{FA02B555-488A-4F2A-964D-2BFBD722AF92}" sibTransId="{72E364BF-0E8D-4CD2-86B9-3B5BECFDAAE6}"/>
    <dgm:cxn modelId="{A1E306EF-4AF1-4424-A105-71F7788D0B04}" type="presOf" srcId="{294CD432-24FF-4C23-A186-250EDEFAF5C2}" destId="{82F8024C-DB58-403C-A142-39797EF6AA05}" srcOrd="1" destOrd="0" presId="urn:microsoft.com/office/officeart/2005/8/layout/list1"/>
    <dgm:cxn modelId="{DBAED4FD-4BDF-4D33-B467-D19D981E9591}" srcId="{294CD432-24FF-4C23-A186-250EDEFAF5C2}" destId="{53879A9E-46F9-44C5-AD0C-06AFBB51F0CA}" srcOrd="0" destOrd="0" parTransId="{E9D10C14-8D39-4311-8610-1DF38FDB5A63}" sibTransId="{65B8BAFE-0688-44ED-9657-EF02EC753C76}"/>
    <dgm:cxn modelId="{42EE7CF0-D75E-4351-8CCE-8E805E05CE0C}" type="presParOf" srcId="{5B13E2B1-54A9-4ED8-B055-C31EB1250756}" destId="{44DBD81C-AA7B-4F98-A689-77B309E1D252}" srcOrd="0" destOrd="0" presId="urn:microsoft.com/office/officeart/2005/8/layout/list1"/>
    <dgm:cxn modelId="{C20E654C-CC58-4E14-B63B-E60F4EEBC561}" type="presParOf" srcId="{44DBD81C-AA7B-4F98-A689-77B309E1D252}" destId="{A1F5A61F-85B2-454A-88FF-FBAC7E3FE2DC}" srcOrd="0" destOrd="0" presId="urn:microsoft.com/office/officeart/2005/8/layout/list1"/>
    <dgm:cxn modelId="{A90E73C6-2BC6-4BE4-AB5B-97C42BD447FE}" type="presParOf" srcId="{44DBD81C-AA7B-4F98-A689-77B309E1D252}" destId="{0B695B81-5DC0-4EC7-99BA-C4B041C78A21}" srcOrd="1" destOrd="0" presId="urn:microsoft.com/office/officeart/2005/8/layout/list1"/>
    <dgm:cxn modelId="{B647160E-ADE2-4BD6-88CA-94F5257F4D66}" type="presParOf" srcId="{5B13E2B1-54A9-4ED8-B055-C31EB1250756}" destId="{DEC7C0F7-B2F3-48F2-8215-4A42CDE103C0}" srcOrd="1" destOrd="0" presId="urn:microsoft.com/office/officeart/2005/8/layout/list1"/>
    <dgm:cxn modelId="{6148464A-DD99-4C01-B9E7-C9ED8BBF1467}" type="presParOf" srcId="{5B13E2B1-54A9-4ED8-B055-C31EB1250756}" destId="{844EA2D7-D23F-4D8C-AE20-23475C77529B}" srcOrd="2" destOrd="0" presId="urn:microsoft.com/office/officeart/2005/8/layout/list1"/>
    <dgm:cxn modelId="{14A57A85-3620-4CCA-8FF7-3F4B08A9CABE}" type="presParOf" srcId="{5B13E2B1-54A9-4ED8-B055-C31EB1250756}" destId="{C8A82F2C-C83B-4788-95C7-2104D747CB59}" srcOrd="3" destOrd="0" presId="urn:microsoft.com/office/officeart/2005/8/layout/list1"/>
    <dgm:cxn modelId="{D7242AFD-FC8D-4FC8-A044-E79513615EE9}" type="presParOf" srcId="{5B13E2B1-54A9-4ED8-B055-C31EB1250756}" destId="{258853D3-B943-4446-B9B7-9C119693E971}" srcOrd="4" destOrd="0" presId="urn:microsoft.com/office/officeart/2005/8/layout/list1"/>
    <dgm:cxn modelId="{9F28913D-9FB4-4153-8C66-1F701241FA93}" type="presParOf" srcId="{258853D3-B943-4446-B9B7-9C119693E971}" destId="{F758288B-3CAB-4665-AD9C-B520E10FD67B}" srcOrd="0" destOrd="0" presId="urn:microsoft.com/office/officeart/2005/8/layout/list1"/>
    <dgm:cxn modelId="{F9232F36-2F8A-4DFA-9A83-39DDCF807293}" type="presParOf" srcId="{258853D3-B943-4446-B9B7-9C119693E971}" destId="{82F8024C-DB58-403C-A142-39797EF6AA05}" srcOrd="1" destOrd="0" presId="urn:microsoft.com/office/officeart/2005/8/layout/list1"/>
    <dgm:cxn modelId="{054BAAE3-BFF3-401D-B7DE-A7DFA3995FD8}" type="presParOf" srcId="{5B13E2B1-54A9-4ED8-B055-C31EB1250756}" destId="{476AD73F-2C41-4704-8D7D-FC88D871312B}" srcOrd="5" destOrd="0" presId="urn:microsoft.com/office/officeart/2005/8/layout/list1"/>
    <dgm:cxn modelId="{4ADFA5F6-A23E-4107-86CF-0518DDB2F753}" type="presParOf" srcId="{5B13E2B1-54A9-4ED8-B055-C31EB1250756}" destId="{06147F48-F2A0-4088-838F-0940EAE2B08F}" srcOrd="6" destOrd="0" presId="urn:microsoft.com/office/officeart/2005/8/layout/list1"/>
    <dgm:cxn modelId="{B2DEB7F7-36D6-4409-B4CF-81566D983ACF}" type="presParOf" srcId="{5B13E2B1-54A9-4ED8-B055-C31EB1250756}" destId="{90EE043F-5B04-44FC-9FD8-E4ED17D98003}" srcOrd="7" destOrd="0" presId="urn:microsoft.com/office/officeart/2005/8/layout/list1"/>
    <dgm:cxn modelId="{20AE063B-ACFB-4312-B4FC-B6454830C6DF}" type="presParOf" srcId="{5B13E2B1-54A9-4ED8-B055-C31EB1250756}" destId="{C1456066-09D4-4ECD-9D42-D7B04D008304}" srcOrd="8" destOrd="0" presId="urn:microsoft.com/office/officeart/2005/8/layout/list1"/>
    <dgm:cxn modelId="{4ADBA3B7-A13B-4440-91A3-4253F3B2C7AE}" type="presParOf" srcId="{C1456066-09D4-4ECD-9D42-D7B04D008304}" destId="{C007979D-969F-4F36-9DCE-14CD9022B39F}" srcOrd="0" destOrd="0" presId="urn:microsoft.com/office/officeart/2005/8/layout/list1"/>
    <dgm:cxn modelId="{0B2154ED-ABAC-48A4-85A4-339C9C4CACC7}" type="presParOf" srcId="{C1456066-09D4-4ECD-9D42-D7B04D008304}" destId="{30E3AF1A-0E3C-4DA7-9BF2-125E5C98FBA3}" srcOrd="1" destOrd="0" presId="urn:microsoft.com/office/officeart/2005/8/layout/list1"/>
    <dgm:cxn modelId="{87509269-1855-4F22-852A-8655F4A8A53C}" type="presParOf" srcId="{5B13E2B1-54A9-4ED8-B055-C31EB1250756}" destId="{AD94E857-0E9C-431F-BDBF-89BFF94AAA47}" srcOrd="9" destOrd="0" presId="urn:microsoft.com/office/officeart/2005/8/layout/list1"/>
    <dgm:cxn modelId="{D77C39D3-8E64-4E3D-B492-06D40D1111C6}" type="presParOf" srcId="{5B13E2B1-54A9-4ED8-B055-C31EB1250756}" destId="{FDC4F149-ACCF-43EF-97D7-4139A39172E0}" srcOrd="10" destOrd="0" presId="urn:microsoft.com/office/officeart/2005/8/layout/list1"/>
    <dgm:cxn modelId="{755736FC-002F-48DC-953C-46D14E9CD047}" type="presParOf" srcId="{5B13E2B1-54A9-4ED8-B055-C31EB1250756}" destId="{54F03AF6-38B0-49BB-8EFF-0FFC7A6F824E}" srcOrd="11" destOrd="0" presId="urn:microsoft.com/office/officeart/2005/8/layout/list1"/>
    <dgm:cxn modelId="{6CE618E3-7119-4E38-A377-12FB95D5D213}" type="presParOf" srcId="{5B13E2B1-54A9-4ED8-B055-C31EB1250756}" destId="{7BFA7EEB-8D99-4BCB-9D5A-C9FE4EDF7F5D}" srcOrd="12" destOrd="0" presId="urn:microsoft.com/office/officeart/2005/8/layout/list1"/>
    <dgm:cxn modelId="{2B7AE6A9-24DB-4B91-8450-FD502E41A533}" type="presParOf" srcId="{7BFA7EEB-8D99-4BCB-9D5A-C9FE4EDF7F5D}" destId="{AB367B9A-1707-4C30-A36C-03B3C502FE99}" srcOrd="0" destOrd="0" presId="urn:microsoft.com/office/officeart/2005/8/layout/list1"/>
    <dgm:cxn modelId="{1E9C4DB1-030F-4390-A767-169AEFB5797A}" type="presParOf" srcId="{7BFA7EEB-8D99-4BCB-9D5A-C9FE4EDF7F5D}" destId="{C1D1B91F-5C1A-463E-A669-2EF73E833DB3}" srcOrd="1" destOrd="0" presId="urn:microsoft.com/office/officeart/2005/8/layout/list1"/>
    <dgm:cxn modelId="{2502E139-CD3D-4102-BA7C-1B41030F152F}" type="presParOf" srcId="{5B13E2B1-54A9-4ED8-B055-C31EB1250756}" destId="{42E72AB4-A956-4F2D-AEE3-3C3E84C7F18C}" srcOrd="13" destOrd="0" presId="urn:microsoft.com/office/officeart/2005/8/layout/list1"/>
    <dgm:cxn modelId="{F288D91C-4026-4410-BA09-7033A2BDAB84}" type="presParOf" srcId="{5B13E2B1-54A9-4ED8-B055-C31EB1250756}" destId="{7A8DB0FA-7E6D-4DFA-A175-73D92503EA7D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FB7A7F3-185C-4590-AFF9-FBB62DFA167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B681F70-BBAC-4569-B46B-54A87C3B4C88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2019 – ResNet 2</a:t>
          </a:r>
          <a:endParaRPr lang="en-US"/>
        </a:p>
      </dgm:t>
    </dgm:pt>
    <dgm:pt modelId="{D5EDAB34-2CAB-4B42-83F0-6445ED167DA7}" type="parTrans" cxnId="{94217CF5-7A7B-4A33-9A7D-8B77176226D3}">
      <dgm:prSet/>
      <dgm:spPr/>
      <dgm:t>
        <a:bodyPr/>
        <a:lstStyle/>
        <a:p>
          <a:endParaRPr lang="en-US"/>
        </a:p>
      </dgm:t>
    </dgm:pt>
    <dgm:pt modelId="{3965F403-BBF5-4053-93F0-54B080D990DC}" type="sibTrans" cxnId="{94217CF5-7A7B-4A33-9A7D-8B77176226D3}">
      <dgm:prSet/>
      <dgm:spPr/>
      <dgm:t>
        <a:bodyPr/>
        <a:lstStyle/>
        <a:p>
          <a:endParaRPr lang="en-US"/>
        </a:p>
      </dgm:t>
    </dgm:pt>
    <dgm:pt modelId="{DE225BF5-5CA7-4BB5-BCF5-AC6C3B9521C2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CPU + 8 Go RAM = Inférence en 4s</a:t>
          </a:r>
          <a:endParaRPr lang="en-US"/>
        </a:p>
      </dgm:t>
    </dgm:pt>
    <dgm:pt modelId="{E3E5F535-C3FD-48E9-9378-C5E4A20DD589}" type="parTrans" cxnId="{D9E97EF4-565F-4CAE-9176-151BD3A63606}">
      <dgm:prSet/>
      <dgm:spPr/>
      <dgm:t>
        <a:bodyPr/>
        <a:lstStyle/>
        <a:p>
          <a:endParaRPr lang="en-US"/>
        </a:p>
      </dgm:t>
    </dgm:pt>
    <dgm:pt modelId="{3A8214F6-067C-4120-B8B9-9767CCA40CC3}" type="sibTrans" cxnId="{D9E97EF4-565F-4CAE-9176-151BD3A63606}">
      <dgm:prSet/>
      <dgm:spPr/>
      <dgm:t>
        <a:bodyPr/>
        <a:lstStyle/>
        <a:p>
          <a:endParaRPr lang="en-US"/>
        </a:p>
      </dgm:t>
    </dgm:pt>
    <dgm:pt modelId="{9B2EA890-6B65-4E82-BEB6-0FD1073BB8E8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GPU + 8 Go VRAM = Inférence</a:t>
          </a:r>
          <a:endParaRPr lang="en-US"/>
        </a:p>
      </dgm:t>
    </dgm:pt>
    <dgm:pt modelId="{3D85C1B9-AD5C-41E2-B676-F1E853CA95C2}" type="parTrans" cxnId="{E1105397-3C51-4237-9F5F-6694A062C2D3}">
      <dgm:prSet/>
      <dgm:spPr/>
      <dgm:t>
        <a:bodyPr/>
        <a:lstStyle/>
        <a:p>
          <a:endParaRPr lang="en-US"/>
        </a:p>
      </dgm:t>
    </dgm:pt>
    <dgm:pt modelId="{3D245363-8031-4866-B8F3-677A82198C99}" type="sibTrans" cxnId="{E1105397-3C51-4237-9F5F-6694A062C2D3}">
      <dgm:prSet/>
      <dgm:spPr/>
      <dgm:t>
        <a:bodyPr/>
        <a:lstStyle/>
        <a:p>
          <a:endParaRPr lang="en-US"/>
        </a:p>
      </dgm:t>
    </dgm:pt>
    <dgm:pt modelId="{B64FD751-4B04-445B-B081-F65D0FF57786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2018 – BERT (first GPT)</a:t>
          </a:r>
          <a:endParaRPr lang="en-US"/>
        </a:p>
      </dgm:t>
    </dgm:pt>
    <dgm:pt modelId="{B0FB276C-DD62-4910-A342-9981F8168C8E}" type="parTrans" cxnId="{2BC64040-ACC9-49A4-91D4-55434ABB7987}">
      <dgm:prSet/>
      <dgm:spPr/>
      <dgm:t>
        <a:bodyPr/>
        <a:lstStyle/>
        <a:p>
          <a:endParaRPr lang="en-US"/>
        </a:p>
      </dgm:t>
    </dgm:pt>
    <dgm:pt modelId="{93377379-CBAF-4FCC-AD1B-49E62F8EE8A5}" type="sibTrans" cxnId="{2BC64040-ACC9-49A4-91D4-55434ABB7987}">
      <dgm:prSet/>
      <dgm:spPr/>
      <dgm:t>
        <a:bodyPr/>
        <a:lstStyle/>
        <a:p>
          <a:endParaRPr lang="en-US"/>
        </a:p>
      </dgm:t>
    </dgm:pt>
    <dgm:pt modelId="{719981D5-D557-4392-9CB3-F2FA46A21FE8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Minimum : CPU + 4 Go RAM</a:t>
          </a:r>
          <a:endParaRPr lang="en-US"/>
        </a:p>
      </dgm:t>
    </dgm:pt>
    <dgm:pt modelId="{4C67D585-88CA-4F8D-B564-8AD6A00C24A1}" type="parTrans" cxnId="{A9B2C2F9-5114-446E-878F-5B3DFA4E091A}">
      <dgm:prSet/>
      <dgm:spPr/>
      <dgm:t>
        <a:bodyPr/>
        <a:lstStyle/>
        <a:p>
          <a:endParaRPr lang="en-US"/>
        </a:p>
      </dgm:t>
    </dgm:pt>
    <dgm:pt modelId="{8D46F16C-E54C-4F93-ADAE-F65475C33C06}" type="sibTrans" cxnId="{A9B2C2F9-5114-446E-878F-5B3DFA4E091A}">
      <dgm:prSet/>
      <dgm:spPr/>
      <dgm:t>
        <a:bodyPr/>
        <a:lstStyle/>
        <a:p>
          <a:endParaRPr lang="en-US"/>
        </a:p>
      </dgm:t>
    </dgm:pt>
    <dgm:pt modelId="{63D3DB70-AD18-4A9B-B531-3331413F3759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Confort : GPU + 8 Go VRAM</a:t>
          </a:r>
          <a:endParaRPr lang="en-US"/>
        </a:p>
      </dgm:t>
    </dgm:pt>
    <dgm:pt modelId="{E5794117-B183-4F1B-80FB-80CC38D0C6EA}" type="parTrans" cxnId="{ED9B27C8-90B0-4166-99F4-3485653FCF7A}">
      <dgm:prSet/>
      <dgm:spPr/>
      <dgm:t>
        <a:bodyPr/>
        <a:lstStyle/>
        <a:p>
          <a:endParaRPr lang="en-US"/>
        </a:p>
      </dgm:t>
    </dgm:pt>
    <dgm:pt modelId="{EE25168F-D54D-42E4-8E5F-5D81B98F55F5}" type="sibTrans" cxnId="{ED9B27C8-90B0-4166-99F4-3485653FCF7A}">
      <dgm:prSet/>
      <dgm:spPr/>
      <dgm:t>
        <a:bodyPr/>
        <a:lstStyle/>
        <a:p>
          <a:endParaRPr lang="en-US"/>
        </a:p>
      </dgm:t>
    </dgm:pt>
    <dgm:pt modelId="{8AB73BA8-4BE3-463C-BA07-13D055B4B673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2023 - Mistral 7B</a:t>
          </a:r>
          <a:endParaRPr lang="en-US"/>
        </a:p>
      </dgm:t>
    </dgm:pt>
    <dgm:pt modelId="{606C0FA2-5DFF-45BE-BA52-3AAE34D6EC60}" type="parTrans" cxnId="{BFC64423-C5E3-43F9-937D-B3651CB26EF4}">
      <dgm:prSet/>
      <dgm:spPr/>
      <dgm:t>
        <a:bodyPr/>
        <a:lstStyle/>
        <a:p>
          <a:endParaRPr lang="en-US"/>
        </a:p>
      </dgm:t>
    </dgm:pt>
    <dgm:pt modelId="{5C847F34-4D18-49AA-92BE-9BCDCB9EFA2D}" type="sibTrans" cxnId="{BFC64423-C5E3-43F9-937D-B3651CB26EF4}">
      <dgm:prSet/>
      <dgm:spPr/>
      <dgm:t>
        <a:bodyPr/>
        <a:lstStyle/>
        <a:p>
          <a:endParaRPr lang="en-US"/>
        </a:p>
      </dgm:t>
    </dgm:pt>
    <dgm:pt modelId="{73A7E2FE-6883-448D-AC98-3D4658DE1332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7 B </a:t>
          </a:r>
          <a:endParaRPr lang="en-US"/>
        </a:p>
      </dgm:t>
    </dgm:pt>
    <dgm:pt modelId="{2790EED6-EA68-44A9-A32D-2FB647565F6F}" type="parTrans" cxnId="{ADE5DD20-CA0D-40FC-8F02-626AD3A34FA4}">
      <dgm:prSet/>
      <dgm:spPr/>
      <dgm:t>
        <a:bodyPr/>
        <a:lstStyle/>
        <a:p>
          <a:endParaRPr lang="en-US"/>
        </a:p>
      </dgm:t>
    </dgm:pt>
    <dgm:pt modelId="{A3D01FE0-EB73-4CE0-9E8B-214DC3A0632A}" type="sibTrans" cxnId="{ADE5DD20-CA0D-40FC-8F02-626AD3A34FA4}">
      <dgm:prSet/>
      <dgm:spPr/>
      <dgm:t>
        <a:bodyPr/>
        <a:lstStyle/>
        <a:p>
          <a:endParaRPr lang="en-US"/>
        </a:p>
      </dgm:t>
    </dgm:pt>
    <dgm:pt modelId="{6FDED0D6-953F-440D-B90A-98AAFE0A563C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GPU + 6 Go VRAM + 2 Go HD</a:t>
          </a:r>
          <a:endParaRPr lang="en-US"/>
        </a:p>
      </dgm:t>
    </dgm:pt>
    <dgm:pt modelId="{45F753B3-34A9-4D5E-88A7-37542E7C701E}" type="parTrans" cxnId="{7A3F9E44-A31E-4C91-BFC7-E7EB419E202A}">
      <dgm:prSet/>
      <dgm:spPr/>
      <dgm:t>
        <a:bodyPr/>
        <a:lstStyle/>
        <a:p>
          <a:endParaRPr lang="en-US"/>
        </a:p>
      </dgm:t>
    </dgm:pt>
    <dgm:pt modelId="{072C27F5-E2A6-4C29-A8F8-D8304101011E}" type="sibTrans" cxnId="{7A3F9E44-A31E-4C91-BFC7-E7EB419E202A}">
      <dgm:prSet/>
      <dgm:spPr/>
      <dgm:t>
        <a:bodyPr/>
        <a:lstStyle/>
        <a:p>
          <a:endParaRPr lang="en-US"/>
        </a:p>
      </dgm:t>
    </dgm:pt>
    <dgm:pt modelId="{91D96264-AC1D-4B81-8D17-8D25C02455C5}" type="pres">
      <dgm:prSet presAssocID="{5FB7A7F3-185C-4590-AFF9-FBB62DFA167D}" presName="root" presStyleCnt="0">
        <dgm:presLayoutVars>
          <dgm:dir/>
          <dgm:resizeHandles val="exact"/>
        </dgm:presLayoutVars>
      </dgm:prSet>
      <dgm:spPr/>
    </dgm:pt>
    <dgm:pt modelId="{B3E97831-3228-48BF-888E-0F5DCE9E7103}" type="pres">
      <dgm:prSet presAssocID="{0B681F70-BBAC-4569-B46B-54A87C3B4C88}" presName="compNode" presStyleCnt="0"/>
      <dgm:spPr/>
    </dgm:pt>
    <dgm:pt modelId="{78C98D69-AC4D-4AB7-A038-0F68141F8BE6}" type="pres">
      <dgm:prSet presAssocID="{0B681F70-BBAC-4569-B46B-54A87C3B4C88}" presName="bgRect" presStyleLbl="bgShp" presStyleIdx="0" presStyleCnt="3"/>
      <dgm:spPr/>
    </dgm:pt>
    <dgm:pt modelId="{1161297E-6B96-4FE3-9CC5-3F9F7424C450}" type="pres">
      <dgm:prSet presAssocID="{0B681F70-BBAC-4569-B46B-54A87C3B4C88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che"/>
        </a:ext>
      </dgm:extLst>
    </dgm:pt>
    <dgm:pt modelId="{29EA0776-C67A-46CD-87B7-DC71C2EEED81}" type="pres">
      <dgm:prSet presAssocID="{0B681F70-BBAC-4569-B46B-54A87C3B4C88}" presName="spaceRect" presStyleCnt="0"/>
      <dgm:spPr/>
    </dgm:pt>
    <dgm:pt modelId="{3C79AAD7-6D52-4A4D-9491-147F221F9734}" type="pres">
      <dgm:prSet presAssocID="{0B681F70-BBAC-4569-B46B-54A87C3B4C88}" presName="parTx" presStyleLbl="revTx" presStyleIdx="0" presStyleCnt="6">
        <dgm:presLayoutVars>
          <dgm:chMax val="0"/>
          <dgm:chPref val="0"/>
        </dgm:presLayoutVars>
      </dgm:prSet>
      <dgm:spPr/>
    </dgm:pt>
    <dgm:pt modelId="{797C2292-337B-4164-A5BB-D5814564D7AB}" type="pres">
      <dgm:prSet presAssocID="{0B681F70-BBAC-4569-B46B-54A87C3B4C88}" presName="desTx" presStyleLbl="revTx" presStyleIdx="1" presStyleCnt="6">
        <dgm:presLayoutVars/>
      </dgm:prSet>
      <dgm:spPr/>
    </dgm:pt>
    <dgm:pt modelId="{BF124D85-CFD2-43A6-8F65-AC4B8CAA941C}" type="pres">
      <dgm:prSet presAssocID="{3965F403-BBF5-4053-93F0-54B080D990DC}" presName="sibTrans" presStyleCnt="0"/>
      <dgm:spPr/>
    </dgm:pt>
    <dgm:pt modelId="{90545B6F-5389-4ED7-9880-F4C5F6C7FC93}" type="pres">
      <dgm:prSet presAssocID="{B64FD751-4B04-445B-B081-F65D0FF57786}" presName="compNode" presStyleCnt="0"/>
      <dgm:spPr/>
    </dgm:pt>
    <dgm:pt modelId="{38A89B65-83D0-427F-B0F5-A94ECC21EFC9}" type="pres">
      <dgm:prSet presAssocID="{B64FD751-4B04-445B-B081-F65D0FF57786}" presName="bgRect" presStyleLbl="bgShp" presStyleIdx="1" presStyleCnt="3"/>
      <dgm:spPr/>
    </dgm:pt>
    <dgm:pt modelId="{E1D008A3-EFEC-4988-8B1E-F3C8045D9AAE}" type="pres">
      <dgm:prSet presAssocID="{B64FD751-4B04-445B-B081-F65D0FF57786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eur"/>
        </a:ext>
      </dgm:extLst>
    </dgm:pt>
    <dgm:pt modelId="{2029568E-5AC2-43A8-8FC2-9FFF152C928D}" type="pres">
      <dgm:prSet presAssocID="{B64FD751-4B04-445B-B081-F65D0FF57786}" presName="spaceRect" presStyleCnt="0"/>
      <dgm:spPr/>
    </dgm:pt>
    <dgm:pt modelId="{9A439883-1439-4175-924A-CED25F4A548E}" type="pres">
      <dgm:prSet presAssocID="{B64FD751-4B04-445B-B081-F65D0FF57786}" presName="parTx" presStyleLbl="revTx" presStyleIdx="2" presStyleCnt="6">
        <dgm:presLayoutVars>
          <dgm:chMax val="0"/>
          <dgm:chPref val="0"/>
        </dgm:presLayoutVars>
      </dgm:prSet>
      <dgm:spPr/>
    </dgm:pt>
    <dgm:pt modelId="{10DBE667-286A-4CE4-A46B-21196091C15F}" type="pres">
      <dgm:prSet presAssocID="{B64FD751-4B04-445B-B081-F65D0FF57786}" presName="desTx" presStyleLbl="revTx" presStyleIdx="3" presStyleCnt="6">
        <dgm:presLayoutVars/>
      </dgm:prSet>
      <dgm:spPr/>
    </dgm:pt>
    <dgm:pt modelId="{54A33287-9271-45F8-8E24-728495AB750B}" type="pres">
      <dgm:prSet presAssocID="{93377379-CBAF-4FCC-AD1B-49E62F8EE8A5}" presName="sibTrans" presStyleCnt="0"/>
      <dgm:spPr/>
    </dgm:pt>
    <dgm:pt modelId="{DD626593-D8B5-471B-AC52-8F2139C31731}" type="pres">
      <dgm:prSet presAssocID="{8AB73BA8-4BE3-463C-BA07-13D055B4B673}" presName="compNode" presStyleCnt="0"/>
      <dgm:spPr/>
    </dgm:pt>
    <dgm:pt modelId="{2B31238B-5151-4141-B174-0E5F30D24C75}" type="pres">
      <dgm:prSet presAssocID="{8AB73BA8-4BE3-463C-BA07-13D055B4B673}" presName="bgRect" presStyleLbl="bgShp" presStyleIdx="2" presStyleCnt="3"/>
      <dgm:spPr/>
    </dgm:pt>
    <dgm:pt modelId="{D48EDCAD-9942-45C8-9342-4CA41EBB7A12}" type="pres">
      <dgm:prSet presAssocID="{8AB73BA8-4BE3-463C-BA07-13D055B4B673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Écran"/>
        </a:ext>
      </dgm:extLst>
    </dgm:pt>
    <dgm:pt modelId="{7660DE34-6738-4D59-B221-842DEC4F2605}" type="pres">
      <dgm:prSet presAssocID="{8AB73BA8-4BE3-463C-BA07-13D055B4B673}" presName="spaceRect" presStyleCnt="0"/>
      <dgm:spPr/>
    </dgm:pt>
    <dgm:pt modelId="{35BCD13F-FCD0-43D2-9C21-27A481922C7F}" type="pres">
      <dgm:prSet presAssocID="{8AB73BA8-4BE3-463C-BA07-13D055B4B673}" presName="parTx" presStyleLbl="revTx" presStyleIdx="4" presStyleCnt="6">
        <dgm:presLayoutVars>
          <dgm:chMax val="0"/>
          <dgm:chPref val="0"/>
        </dgm:presLayoutVars>
      </dgm:prSet>
      <dgm:spPr/>
    </dgm:pt>
    <dgm:pt modelId="{ED1AC51A-3799-42C9-B064-601A613F7AFD}" type="pres">
      <dgm:prSet presAssocID="{8AB73BA8-4BE3-463C-BA07-13D055B4B673}" presName="desTx" presStyleLbl="revTx" presStyleIdx="5" presStyleCnt="6">
        <dgm:presLayoutVars/>
      </dgm:prSet>
      <dgm:spPr/>
    </dgm:pt>
  </dgm:ptLst>
  <dgm:cxnLst>
    <dgm:cxn modelId="{5E951E04-D899-49E2-8851-A7A05DE1ADEB}" type="presOf" srcId="{9B2EA890-6B65-4E82-BEB6-0FD1073BB8E8}" destId="{797C2292-337B-4164-A5BB-D5814564D7AB}" srcOrd="0" destOrd="1" presId="urn:microsoft.com/office/officeart/2018/2/layout/IconVerticalSolidList"/>
    <dgm:cxn modelId="{E64EC210-0BC3-4252-817C-2A357DC155E9}" type="presOf" srcId="{0B681F70-BBAC-4569-B46B-54A87C3B4C88}" destId="{3C79AAD7-6D52-4A4D-9491-147F221F9734}" srcOrd="0" destOrd="0" presId="urn:microsoft.com/office/officeart/2018/2/layout/IconVerticalSolidList"/>
    <dgm:cxn modelId="{17393B11-9E79-4A5E-85DF-26B7750308E1}" type="presOf" srcId="{DE225BF5-5CA7-4BB5-BCF5-AC6C3B9521C2}" destId="{797C2292-337B-4164-A5BB-D5814564D7AB}" srcOrd="0" destOrd="0" presId="urn:microsoft.com/office/officeart/2018/2/layout/IconVerticalSolidList"/>
    <dgm:cxn modelId="{ADE5DD20-CA0D-40FC-8F02-626AD3A34FA4}" srcId="{8AB73BA8-4BE3-463C-BA07-13D055B4B673}" destId="{73A7E2FE-6883-448D-AC98-3D4658DE1332}" srcOrd="0" destOrd="0" parTransId="{2790EED6-EA68-44A9-A32D-2FB647565F6F}" sibTransId="{A3D01FE0-EB73-4CE0-9E8B-214DC3A0632A}"/>
    <dgm:cxn modelId="{BFC64423-C5E3-43F9-937D-B3651CB26EF4}" srcId="{5FB7A7F3-185C-4590-AFF9-FBB62DFA167D}" destId="{8AB73BA8-4BE3-463C-BA07-13D055B4B673}" srcOrd="2" destOrd="0" parTransId="{606C0FA2-5DFF-45BE-BA52-3AAE34D6EC60}" sibTransId="{5C847F34-4D18-49AA-92BE-9BCDCB9EFA2D}"/>
    <dgm:cxn modelId="{2BC64040-ACC9-49A4-91D4-55434ABB7987}" srcId="{5FB7A7F3-185C-4590-AFF9-FBB62DFA167D}" destId="{B64FD751-4B04-445B-B081-F65D0FF57786}" srcOrd="1" destOrd="0" parTransId="{B0FB276C-DD62-4910-A342-9981F8168C8E}" sibTransId="{93377379-CBAF-4FCC-AD1B-49E62F8EE8A5}"/>
    <dgm:cxn modelId="{8346A743-943C-483A-9918-6302EB379F49}" type="presOf" srcId="{B64FD751-4B04-445B-B081-F65D0FF57786}" destId="{9A439883-1439-4175-924A-CED25F4A548E}" srcOrd="0" destOrd="0" presId="urn:microsoft.com/office/officeart/2018/2/layout/IconVerticalSolidList"/>
    <dgm:cxn modelId="{7A3F9E44-A31E-4C91-BFC7-E7EB419E202A}" srcId="{8AB73BA8-4BE3-463C-BA07-13D055B4B673}" destId="{6FDED0D6-953F-440D-B90A-98AAFE0A563C}" srcOrd="1" destOrd="0" parTransId="{45F753B3-34A9-4D5E-88A7-37542E7C701E}" sibTransId="{072C27F5-E2A6-4C29-A8F8-D8304101011E}"/>
    <dgm:cxn modelId="{595ACC4B-0EF9-4FAA-AB35-685D7D7EE93D}" type="presOf" srcId="{63D3DB70-AD18-4A9B-B531-3331413F3759}" destId="{10DBE667-286A-4CE4-A46B-21196091C15F}" srcOrd="0" destOrd="1" presId="urn:microsoft.com/office/officeart/2018/2/layout/IconVerticalSolidList"/>
    <dgm:cxn modelId="{3B45D889-F475-4D95-9B12-4D635B63AF6F}" type="presOf" srcId="{6FDED0D6-953F-440D-B90A-98AAFE0A563C}" destId="{ED1AC51A-3799-42C9-B064-601A613F7AFD}" srcOrd="0" destOrd="1" presId="urn:microsoft.com/office/officeart/2018/2/layout/IconVerticalSolidList"/>
    <dgm:cxn modelId="{E1105397-3C51-4237-9F5F-6694A062C2D3}" srcId="{0B681F70-BBAC-4569-B46B-54A87C3B4C88}" destId="{9B2EA890-6B65-4E82-BEB6-0FD1073BB8E8}" srcOrd="1" destOrd="0" parTransId="{3D85C1B9-AD5C-41E2-B676-F1E853CA95C2}" sibTransId="{3D245363-8031-4866-B8F3-677A82198C99}"/>
    <dgm:cxn modelId="{8EDB6B9C-5804-4CED-B85F-E1EBF63E0ABF}" type="presOf" srcId="{5FB7A7F3-185C-4590-AFF9-FBB62DFA167D}" destId="{91D96264-AC1D-4B81-8D17-8D25C02455C5}" srcOrd="0" destOrd="0" presId="urn:microsoft.com/office/officeart/2018/2/layout/IconVerticalSolidList"/>
    <dgm:cxn modelId="{A19B929C-F9ED-446A-9799-EAB4AE3ADE1E}" type="presOf" srcId="{73A7E2FE-6883-448D-AC98-3D4658DE1332}" destId="{ED1AC51A-3799-42C9-B064-601A613F7AFD}" srcOrd="0" destOrd="0" presId="urn:microsoft.com/office/officeart/2018/2/layout/IconVerticalSolidList"/>
    <dgm:cxn modelId="{05021BC8-BBFA-479F-A050-D7B3D83B5C87}" type="presOf" srcId="{719981D5-D557-4392-9CB3-F2FA46A21FE8}" destId="{10DBE667-286A-4CE4-A46B-21196091C15F}" srcOrd="0" destOrd="0" presId="urn:microsoft.com/office/officeart/2018/2/layout/IconVerticalSolidList"/>
    <dgm:cxn modelId="{ED9B27C8-90B0-4166-99F4-3485653FCF7A}" srcId="{B64FD751-4B04-445B-B081-F65D0FF57786}" destId="{63D3DB70-AD18-4A9B-B531-3331413F3759}" srcOrd="1" destOrd="0" parTransId="{E5794117-B183-4F1B-80FB-80CC38D0C6EA}" sibTransId="{EE25168F-D54D-42E4-8E5F-5D81B98F55F5}"/>
    <dgm:cxn modelId="{236424D5-2AAD-4A71-8F43-34F0A6B04304}" type="presOf" srcId="{8AB73BA8-4BE3-463C-BA07-13D055B4B673}" destId="{35BCD13F-FCD0-43D2-9C21-27A481922C7F}" srcOrd="0" destOrd="0" presId="urn:microsoft.com/office/officeart/2018/2/layout/IconVerticalSolidList"/>
    <dgm:cxn modelId="{D9E97EF4-565F-4CAE-9176-151BD3A63606}" srcId="{0B681F70-BBAC-4569-B46B-54A87C3B4C88}" destId="{DE225BF5-5CA7-4BB5-BCF5-AC6C3B9521C2}" srcOrd="0" destOrd="0" parTransId="{E3E5F535-C3FD-48E9-9378-C5E4A20DD589}" sibTransId="{3A8214F6-067C-4120-B8B9-9767CCA40CC3}"/>
    <dgm:cxn modelId="{94217CF5-7A7B-4A33-9A7D-8B77176226D3}" srcId="{5FB7A7F3-185C-4590-AFF9-FBB62DFA167D}" destId="{0B681F70-BBAC-4569-B46B-54A87C3B4C88}" srcOrd="0" destOrd="0" parTransId="{D5EDAB34-2CAB-4B42-83F0-6445ED167DA7}" sibTransId="{3965F403-BBF5-4053-93F0-54B080D990DC}"/>
    <dgm:cxn modelId="{A9B2C2F9-5114-446E-878F-5B3DFA4E091A}" srcId="{B64FD751-4B04-445B-B081-F65D0FF57786}" destId="{719981D5-D557-4392-9CB3-F2FA46A21FE8}" srcOrd="0" destOrd="0" parTransId="{4C67D585-88CA-4F8D-B564-8AD6A00C24A1}" sibTransId="{8D46F16C-E54C-4F93-ADAE-F65475C33C06}"/>
    <dgm:cxn modelId="{DD06303F-CDF4-44A0-A824-F77B07AAAEAC}" type="presParOf" srcId="{91D96264-AC1D-4B81-8D17-8D25C02455C5}" destId="{B3E97831-3228-48BF-888E-0F5DCE9E7103}" srcOrd="0" destOrd="0" presId="urn:microsoft.com/office/officeart/2018/2/layout/IconVerticalSolidList"/>
    <dgm:cxn modelId="{DCAD88E1-731B-46C2-A060-F52AF6CADC99}" type="presParOf" srcId="{B3E97831-3228-48BF-888E-0F5DCE9E7103}" destId="{78C98D69-AC4D-4AB7-A038-0F68141F8BE6}" srcOrd="0" destOrd="0" presId="urn:microsoft.com/office/officeart/2018/2/layout/IconVerticalSolidList"/>
    <dgm:cxn modelId="{CC8C3BE2-B938-4622-9841-0CC1E592CC06}" type="presParOf" srcId="{B3E97831-3228-48BF-888E-0F5DCE9E7103}" destId="{1161297E-6B96-4FE3-9CC5-3F9F7424C450}" srcOrd="1" destOrd="0" presId="urn:microsoft.com/office/officeart/2018/2/layout/IconVerticalSolidList"/>
    <dgm:cxn modelId="{9AA63786-800D-4FAF-AD42-B73E83920DDE}" type="presParOf" srcId="{B3E97831-3228-48BF-888E-0F5DCE9E7103}" destId="{29EA0776-C67A-46CD-87B7-DC71C2EEED81}" srcOrd="2" destOrd="0" presId="urn:microsoft.com/office/officeart/2018/2/layout/IconVerticalSolidList"/>
    <dgm:cxn modelId="{C183182B-5C7B-471E-AC98-F1A168B576AD}" type="presParOf" srcId="{B3E97831-3228-48BF-888E-0F5DCE9E7103}" destId="{3C79AAD7-6D52-4A4D-9491-147F221F9734}" srcOrd="3" destOrd="0" presId="urn:microsoft.com/office/officeart/2018/2/layout/IconVerticalSolidList"/>
    <dgm:cxn modelId="{DBBBCE15-E6E2-400D-A6A6-09F0965A4E2D}" type="presParOf" srcId="{B3E97831-3228-48BF-888E-0F5DCE9E7103}" destId="{797C2292-337B-4164-A5BB-D5814564D7AB}" srcOrd="4" destOrd="0" presId="urn:microsoft.com/office/officeart/2018/2/layout/IconVerticalSolidList"/>
    <dgm:cxn modelId="{B2541A04-1A82-4B76-978A-34CEF7427D4E}" type="presParOf" srcId="{91D96264-AC1D-4B81-8D17-8D25C02455C5}" destId="{BF124D85-CFD2-43A6-8F65-AC4B8CAA941C}" srcOrd="1" destOrd="0" presId="urn:microsoft.com/office/officeart/2018/2/layout/IconVerticalSolidList"/>
    <dgm:cxn modelId="{93B5C38A-F151-4115-BD1F-C4DC8C89E59B}" type="presParOf" srcId="{91D96264-AC1D-4B81-8D17-8D25C02455C5}" destId="{90545B6F-5389-4ED7-9880-F4C5F6C7FC93}" srcOrd="2" destOrd="0" presId="urn:microsoft.com/office/officeart/2018/2/layout/IconVerticalSolidList"/>
    <dgm:cxn modelId="{142D4028-292D-45E2-985F-87E83673CC73}" type="presParOf" srcId="{90545B6F-5389-4ED7-9880-F4C5F6C7FC93}" destId="{38A89B65-83D0-427F-B0F5-A94ECC21EFC9}" srcOrd="0" destOrd="0" presId="urn:microsoft.com/office/officeart/2018/2/layout/IconVerticalSolidList"/>
    <dgm:cxn modelId="{E720D0A0-4F04-47D3-92EB-08A5D8710ADC}" type="presParOf" srcId="{90545B6F-5389-4ED7-9880-F4C5F6C7FC93}" destId="{E1D008A3-EFEC-4988-8B1E-F3C8045D9AAE}" srcOrd="1" destOrd="0" presId="urn:microsoft.com/office/officeart/2018/2/layout/IconVerticalSolidList"/>
    <dgm:cxn modelId="{184657D3-E73F-41D4-812C-95EDC760D631}" type="presParOf" srcId="{90545B6F-5389-4ED7-9880-F4C5F6C7FC93}" destId="{2029568E-5AC2-43A8-8FC2-9FFF152C928D}" srcOrd="2" destOrd="0" presId="urn:microsoft.com/office/officeart/2018/2/layout/IconVerticalSolidList"/>
    <dgm:cxn modelId="{A07190E8-EEA2-48D8-8DD8-C493A31F2025}" type="presParOf" srcId="{90545B6F-5389-4ED7-9880-F4C5F6C7FC93}" destId="{9A439883-1439-4175-924A-CED25F4A548E}" srcOrd="3" destOrd="0" presId="urn:microsoft.com/office/officeart/2018/2/layout/IconVerticalSolidList"/>
    <dgm:cxn modelId="{E197065B-4F11-49AF-B00A-643478CFF78E}" type="presParOf" srcId="{90545B6F-5389-4ED7-9880-F4C5F6C7FC93}" destId="{10DBE667-286A-4CE4-A46B-21196091C15F}" srcOrd="4" destOrd="0" presId="urn:microsoft.com/office/officeart/2018/2/layout/IconVerticalSolidList"/>
    <dgm:cxn modelId="{B7E51010-B2ED-4BD6-9432-567D116789E2}" type="presParOf" srcId="{91D96264-AC1D-4B81-8D17-8D25C02455C5}" destId="{54A33287-9271-45F8-8E24-728495AB750B}" srcOrd="3" destOrd="0" presId="urn:microsoft.com/office/officeart/2018/2/layout/IconVerticalSolidList"/>
    <dgm:cxn modelId="{5D6F521C-5F1C-44E1-B1DF-77BC30938C22}" type="presParOf" srcId="{91D96264-AC1D-4B81-8D17-8D25C02455C5}" destId="{DD626593-D8B5-471B-AC52-8F2139C31731}" srcOrd="4" destOrd="0" presId="urn:microsoft.com/office/officeart/2018/2/layout/IconVerticalSolidList"/>
    <dgm:cxn modelId="{918E7BA2-EAE6-44A6-8B67-41C6C489F682}" type="presParOf" srcId="{DD626593-D8B5-471B-AC52-8F2139C31731}" destId="{2B31238B-5151-4141-B174-0E5F30D24C75}" srcOrd="0" destOrd="0" presId="urn:microsoft.com/office/officeart/2018/2/layout/IconVerticalSolidList"/>
    <dgm:cxn modelId="{C6781D89-8CBB-4B23-A4A5-B5365C8E19DB}" type="presParOf" srcId="{DD626593-D8B5-471B-AC52-8F2139C31731}" destId="{D48EDCAD-9942-45C8-9342-4CA41EBB7A12}" srcOrd="1" destOrd="0" presId="urn:microsoft.com/office/officeart/2018/2/layout/IconVerticalSolidList"/>
    <dgm:cxn modelId="{BD94099D-C559-4AF1-9BEA-674F615AEBE3}" type="presParOf" srcId="{DD626593-D8B5-471B-AC52-8F2139C31731}" destId="{7660DE34-6738-4D59-B221-842DEC4F2605}" srcOrd="2" destOrd="0" presId="urn:microsoft.com/office/officeart/2018/2/layout/IconVerticalSolidList"/>
    <dgm:cxn modelId="{933FFF06-C61F-431F-9D07-FC3C97F20B80}" type="presParOf" srcId="{DD626593-D8B5-471B-AC52-8F2139C31731}" destId="{35BCD13F-FCD0-43D2-9C21-27A481922C7F}" srcOrd="3" destOrd="0" presId="urn:microsoft.com/office/officeart/2018/2/layout/IconVerticalSolidList"/>
    <dgm:cxn modelId="{BF29862C-6685-4FC7-BA43-65FCB7775622}" type="presParOf" srcId="{DD626593-D8B5-471B-AC52-8F2139C31731}" destId="{ED1AC51A-3799-42C9-B064-601A613F7AFD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0034229-3F1F-4056-847A-312D01F11BB0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4623CD8-F1BF-4E91-8AC5-1626FF1421E5}">
      <dgm:prSet/>
      <dgm:spPr/>
      <dgm:t>
        <a:bodyPr/>
        <a:lstStyle/>
        <a:p>
          <a:r>
            <a:rPr lang="fr-FR"/>
            <a:t>Mixtral 8x7B</a:t>
          </a:r>
          <a:endParaRPr lang="en-US"/>
        </a:p>
      </dgm:t>
    </dgm:pt>
    <dgm:pt modelId="{4F029301-1AE3-4D70-8C77-ADB37DE922E7}" type="parTrans" cxnId="{AF7A59E9-24BA-4E0F-8075-FCB3C18FFC1E}">
      <dgm:prSet/>
      <dgm:spPr/>
      <dgm:t>
        <a:bodyPr/>
        <a:lstStyle/>
        <a:p>
          <a:endParaRPr lang="en-US"/>
        </a:p>
      </dgm:t>
    </dgm:pt>
    <dgm:pt modelId="{4497B3AB-DA74-4B64-90E7-B4F95F5FF1D1}" type="sibTrans" cxnId="{AF7A59E9-24BA-4E0F-8075-FCB3C18FFC1E}">
      <dgm:prSet/>
      <dgm:spPr/>
      <dgm:t>
        <a:bodyPr/>
        <a:lstStyle/>
        <a:p>
          <a:endParaRPr lang="en-US"/>
        </a:p>
      </dgm:t>
    </dgm:pt>
    <dgm:pt modelId="{C31F6E0A-0D94-41D4-89CA-5895586CA6B8}">
      <dgm:prSet/>
      <dgm:spPr/>
      <dgm:t>
        <a:bodyPr/>
        <a:lstStyle/>
        <a:p>
          <a:r>
            <a:rPr lang="fr-FR"/>
            <a:t>47 B</a:t>
          </a:r>
          <a:endParaRPr lang="en-US"/>
        </a:p>
      </dgm:t>
    </dgm:pt>
    <dgm:pt modelId="{1441F33E-1ADB-4775-9C83-2C6BCC8F3E3E}" type="parTrans" cxnId="{3FEE6136-5265-465F-A240-0F595AD2CA3F}">
      <dgm:prSet/>
      <dgm:spPr/>
      <dgm:t>
        <a:bodyPr/>
        <a:lstStyle/>
        <a:p>
          <a:endParaRPr lang="en-US"/>
        </a:p>
      </dgm:t>
    </dgm:pt>
    <dgm:pt modelId="{947D75F0-9AFC-4201-A55B-D282EFA8DE2C}" type="sibTrans" cxnId="{3FEE6136-5265-465F-A240-0F595AD2CA3F}">
      <dgm:prSet/>
      <dgm:spPr/>
      <dgm:t>
        <a:bodyPr/>
        <a:lstStyle/>
        <a:p>
          <a:endParaRPr lang="en-US"/>
        </a:p>
      </dgm:t>
    </dgm:pt>
    <dgm:pt modelId="{A5BC79CA-27E8-4331-A355-257DBAC535C4}">
      <dgm:prSet/>
      <dgm:spPr/>
      <dgm:t>
        <a:bodyPr/>
        <a:lstStyle/>
        <a:p>
          <a:r>
            <a:rPr lang="fr-FR"/>
            <a:t>GPU + 48 Go RAM + 24 Go VRAM</a:t>
          </a:r>
          <a:endParaRPr lang="en-US"/>
        </a:p>
      </dgm:t>
    </dgm:pt>
    <dgm:pt modelId="{EED60D33-9C7B-441C-93DF-CDCFF8C32C4C}" type="parTrans" cxnId="{DDD2CBB5-1EBF-44D3-B244-F906F83EC0A5}">
      <dgm:prSet/>
      <dgm:spPr/>
      <dgm:t>
        <a:bodyPr/>
        <a:lstStyle/>
        <a:p>
          <a:endParaRPr lang="en-US"/>
        </a:p>
      </dgm:t>
    </dgm:pt>
    <dgm:pt modelId="{1C3F59C0-9DA8-4D0B-9C26-407BB7DFC82C}" type="sibTrans" cxnId="{DDD2CBB5-1EBF-44D3-B244-F906F83EC0A5}">
      <dgm:prSet/>
      <dgm:spPr/>
      <dgm:t>
        <a:bodyPr/>
        <a:lstStyle/>
        <a:p>
          <a:endParaRPr lang="en-US"/>
        </a:p>
      </dgm:t>
    </dgm:pt>
    <dgm:pt modelId="{9626D553-8B56-4A01-998C-58B7A7383C23}">
      <dgm:prSet/>
      <dgm:spPr/>
      <dgm:t>
        <a:bodyPr/>
        <a:lstStyle/>
        <a:p>
          <a:r>
            <a:rPr lang="fr-FR"/>
            <a:t>Mistral Small</a:t>
          </a:r>
          <a:endParaRPr lang="en-US"/>
        </a:p>
      </dgm:t>
    </dgm:pt>
    <dgm:pt modelId="{160A3671-E680-46DE-B580-93AF9F923C33}" type="parTrans" cxnId="{063D3364-DEA5-41DB-A978-FD7EF7767462}">
      <dgm:prSet/>
      <dgm:spPr/>
      <dgm:t>
        <a:bodyPr/>
        <a:lstStyle/>
        <a:p>
          <a:endParaRPr lang="en-US"/>
        </a:p>
      </dgm:t>
    </dgm:pt>
    <dgm:pt modelId="{A42B4C50-5547-4B23-A29D-7248D32E756A}" type="sibTrans" cxnId="{063D3364-DEA5-41DB-A978-FD7EF7767462}">
      <dgm:prSet/>
      <dgm:spPr/>
      <dgm:t>
        <a:bodyPr/>
        <a:lstStyle/>
        <a:p>
          <a:endParaRPr lang="en-US"/>
        </a:p>
      </dgm:t>
    </dgm:pt>
    <dgm:pt modelId="{CBFC0D67-C803-437A-A750-20477341CB87}">
      <dgm:prSet/>
      <dgm:spPr/>
      <dgm:t>
        <a:bodyPr/>
        <a:lstStyle/>
        <a:p>
          <a:r>
            <a:rPr lang="fr-FR"/>
            <a:t>De 3B à 8B</a:t>
          </a:r>
          <a:endParaRPr lang="en-US"/>
        </a:p>
      </dgm:t>
    </dgm:pt>
    <dgm:pt modelId="{132C556D-E167-4B23-B642-806A861ECBE0}" type="parTrans" cxnId="{5BC0D94C-228A-45E7-9625-182C1595EE16}">
      <dgm:prSet/>
      <dgm:spPr/>
      <dgm:t>
        <a:bodyPr/>
        <a:lstStyle/>
        <a:p>
          <a:endParaRPr lang="en-US"/>
        </a:p>
      </dgm:t>
    </dgm:pt>
    <dgm:pt modelId="{38D0CB95-B142-4E3F-90E9-E2AA1CB97B15}" type="sibTrans" cxnId="{5BC0D94C-228A-45E7-9625-182C1595EE16}">
      <dgm:prSet/>
      <dgm:spPr/>
      <dgm:t>
        <a:bodyPr/>
        <a:lstStyle/>
        <a:p>
          <a:endParaRPr lang="en-US"/>
        </a:p>
      </dgm:t>
    </dgm:pt>
    <dgm:pt modelId="{7F560252-45BC-4652-965D-4AFE57E9E29C}">
      <dgm:prSet/>
      <dgm:spPr/>
      <dgm:t>
        <a:bodyPr/>
        <a:lstStyle/>
        <a:p>
          <a:r>
            <a:rPr lang="fr-FR"/>
            <a:t>Deep Seek</a:t>
          </a:r>
          <a:endParaRPr lang="en-US"/>
        </a:p>
      </dgm:t>
    </dgm:pt>
    <dgm:pt modelId="{8DE4277B-2A78-4DC6-B62F-25BA1353CA7B}" type="parTrans" cxnId="{8B595D5A-EEC2-4191-B476-BB284627F049}">
      <dgm:prSet/>
      <dgm:spPr/>
      <dgm:t>
        <a:bodyPr/>
        <a:lstStyle/>
        <a:p>
          <a:endParaRPr lang="en-US"/>
        </a:p>
      </dgm:t>
    </dgm:pt>
    <dgm:pt modelId="{C85BE895-0AE6-4C28-9EFC-A1504B61BC5A}" type="sibTrans" cxnId="{8B595D5A-EEC2-4191-B476-BB284627F049}">
      <dgm:prSet/>
      <dgm:spPr/>
      <dgm:t>
        <a:bodyPr/>
        <a:lstStyle/>
        <a:p>
          <a:endParaRPr lang="en-US"/>
        </a:p>
      </dgm:t>
    </dgm:pt>
    <dgm:pt modelId="{8DB917D8-80CB-4359-B149-DE5499AF7793}">
      <dgm:prSet/>
      <dgm:spPr/>
      <dgm:t>
        <a:bodyPr/>
        <a:lstStyle/>
        <a:p>
          <a:r>
            <a:rPr lang="fr-FR"/>
            <a:t>Réputé le moins gourmand</a:t>
          </a:r>
          <a:endParaRPr lang="en-US"/>
        </a:p>
      </dgm:t>
    </dgm:pt>
    <dgm:pt modelId="{82C5E8F0-F5B0-484D-B0CC-F0429B654885}" type="parTrans" cxnId="{AFE34BA2-E4DB-4722-9360-CDDAC13D728F}">
      <dgm:prSet/>
      <dgm:spPr/>
      <dgm:t>
        <a:bodyPr/>
        <a:lstStyle/>
        <a:p>
          <a:endParaRPr lang="en-US"/>
        </a:p>
      </dgm:t>
    </dgm:pt>
    <dgm:pt modelId="{D0875415-942C-4391-B8A4-0917C2F6066C}" type="sibTrans" cxnId="{AFE34BA2-E4DB-4722-9360-CDDAC13D728F}">
      <dgm:prSet/>
      <dgm:spPr/>
      <dgm:t>
        <a:bodyPr/>
        <a:lstStyle/>
        <a:p>
          <a:endParaRPr lang="en-US"/>
        </a:p>
      </dgm:t>
    </dgm:pt>
    <dgm:pt modelId="{875AC64A-FB9C-436A-9979-F31DE8C11288}" type="pres">
      <dgm:prSet presAssocID="{10034229-3F1F-4056-847A-312D01F11BB0}" presName="linear" presStyleCnt="0">
        <dgm:presLayoutVars>
          <dgm:dir/>
          <dgm:animLvl val="lvl"/>
          <dgm:resizeHandles val="exact"/>
        </dgm:presLayoutVars>
      </dgm:prSet>
      <dgm:spPr/>
    </dgm:pt>
    <dgm:pt modelId="{5849A2CD-2DE0-4D39-BD30-9C2DDBB0183E}" type="pres">
      <dgm:prSet presAssocID="{94623CD8-F1BF-4E91-8AC5-1626FF1421E5}" presName="parentLin" presStyleCnt="0"/>
      <dgm:spPr/>
    </dgm:pt>
    <dgm:pt modelId="{C312772E-772B-4D69-B3B4-9AB88FD65C52}" type="pres">
      <dgm:prSet presAssocID="{94623CD8-F1BF-4E91-8AC5-1626FF1421E5}" presName="parentLeftMargin" presStyleLbl="node1" presStyleIdx="0" presStyleCnt="3"/>
      <dgm:spPr/>
    </dgm:pt>
    <dgm:pt modelId="{5AD67C6C-3CB6-48AB-B925-47CCBC7D4E5A}" type="pres">
      <dgm:prSet presAssocID="{94623CD8-F1BF-4E91-8AC5-1626FF1421E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1DA78CE-BE13-4136-A99D-609AC41EB17A}" type="pres">
      <dgm:prSet presAssocID="{94623CD8-F1BF-4E91-8AC5-1626FF1421E5}" presName="negativeSpace" presStyleCnt="0"/>
      <dgm:spPr/>
    </dgm:pt>
    <dgm:pt modelId="{AC5515CE-96F1-4A27-9218-AA82FBA3D020}" type="pres">
      <dgm:prSet presAssocID="{94623CD8-F1BF-4E91-8AC5-1626FF1421E5}" presName="childText" presStyleLbl="conFgAcc1" presStyleIdx="0" presStyleCnt="3">
        <dgm:presLayoutVars>
          <dgm:bulletEnabled val="1"/>
        </dgm:presLayoutVars>
      </dgm:prSet>
      <dgm:spPr/>
    </dgm:pt>
    <dgm:pt modelId="{3B1CCEC2-FC1C-404D-867B-D40D620F39FC}" type="pres">
      <dgm:prSet presAssocID="{4497B3AB-DA74-4B64-90E7-B4F95F5FF1D1}" presName="spaceBetweenRectangles" presStyleCnt="0"/>
      <dgm:spPr/>
    </dgm:pt>
    <dgm:pt modelId="{A3509D7A-B8AD-4FF3-A701-5F0C7B8784CE}" type="pres">
      <dgm:prSet presAssocID="{9626D553-8B56-4A01-998C-58B7A7383C23}" presName="parentLin" presStyleCnt="0"/>
      <dgm:spPr/>
    </dgm:pt>
    <dgm:pt modelId="{58457FEA-25A7-47DD-9887-7DC0B5AFD2BB}" type="pres">
      <dgm:prSet presAssocID="{9626D553-8B56-4A01-998C-58B7A7383C23}" presName="parentLeftMargin" presStyleLbl="node1" presStyleIdx="0" presStyleCnt="3"/>
      <dgm:spPr/>
    </dgm:pt>
    <dgm:pt modelId="{68B1E12E-6024-40E3-8460-64DDD5977DA9}" type="pres">
      <dgm:prSet presAssocID="{9626D553-8B56-4A01-998C-58B7A7383C2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7358889-26C6-4395-9D7C-D138355365C9}" type="pres">
      <dgm:prSet presAssocID="{9626D553-8B56-4A01-998C-58B7A7383C23}" presName="negativeSpace" presStyleCnt="0"/>
      <dgm:spPr/>
    </dgm:pt>
    <dgm:pt modelId="{406F0C46-310E-4776-B131-202F5540C8D2}" type="pres">
      <dgm:prSet presAssocID="{9626D553-8B56-4A01-998C-58B7A7383C23}" presName="childText" presStyleLbl="conFgAcc1" presStyleIdx="1" presStyleCnt="3">
        <dgm:presLayoutVars>
          <dgm:bulletEnabled val="1"/>
        </dgm:presLayoutVars>
      </dgm:prSet>
      <dgm:spPr/>
    </dgm:pt>
    <dgm:pt modelId="{38046B0A-0F09-4981-BCC4-D0D03D354159}" type="pres">
      <dgm:prSet presAssocID="{A42B4C50-5547-4B23-A29D-7248D32E756A}" presName="spaceBetweenRectangles" presStyleCnt="0"/>
      <dgm:spPr/>
    </dgm:pt>
    <dgm:pt modelId="{5A391EC0-25EF-429F-9D54-610829D732D3}" type="pres">
      <dgm:prSet presAssocID="{7F560252-45BC-4652-965D-4AFE57E9E29C}" presName="parentLin" presStyleCnt="0"/>
      <dgm:spPr/>
    </dgm:pt>
    <dgm:pt modelId="{89FA5A7F-0981-4CD0-BA6A-BB3B0522890E}" type="pres">
      <dgm:prSet presAssocID="{7F560252-45BC-4652-965D-4AFE57E9E29C}" presName="parentLeftMargin" presStyleLbl="node1" presStyleIdx="1" presStyleCnt="3"/>
      <dgm:spPr/>
    </dgm:pt>
    <dgm:pt modelId="{9D7EF7DF-BB4E-4B7E-9E1B-EC18597E77A5}" type="pres">
      <dgm:prSet presAssocID="{7F560252-45BC-4652-965D-4AFE57E9E29C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B76DC0A8-51A7-419A-BFDF-D655DDE8CF98}" type="pres">
      <dgm:prSet presAssocID="{7F560252-45BC-4652-965D-4AFE57E9E29C}" presName="negativeSpace" presStyleCnt="0"/>
      <dgm:spPr/>
    </dgm:pt>
    <dgm:pt modelId="{DF685ACD-B99D-49D1-8F9A-7CB6932B2CD9}" type="pres">
      <dgm:prSet presAssocID="{7F560252-45BC-4652-965D-4AFE57E9E29C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67530E0C-C5B1-4AE3-8255-80A8AA8E5919}" type="presOf" srcId="{7F560252-45BC-4652-965D-4AFE57E9E29C}" destId="{89FA5A7F-0981-4CD0-BA6A-BB3B0522890E}" srcOrd="0" destOrd="0" presId="urn:microsoft.com/office/officeart/2005/8/layout/list1"/>
    <dgm:cxn modelId="{4DEEB00D-DC14-4959-9C2A-487F4E4C127C}" type="presOf" srcId="{C31F6E0A-0D94-41D4-89CA-5895586CA6B8}" destId="{AC5515CE-96F1-4A27-9218-AA82FBA3D020}" srcOrd="0" destOrd="0" presId="urn:microsoft.com/office/officeart/2005/8/layout/list1"/>
    <dgm:cxn modelId="{327ABC27-15F5-4012-ADF1-0D7878C3857A}" type="presOf" srcId="{9626D553-8B56-4A01-998C-58B7A7383C23}" destId="{68B1E12E-6024-40E3-8460-64DDD5977DA9}" srcOrd="1" destOrd="0" presId="urn:microsoft.com/office/officeart/2005/8/layout/list1"/>
    <dgm:cxn modelId="{3FEE6136-5265-465F-A240-0F595AD2CA3F}" srcId="{94623CD8-F1BF-4E91-8AC5-1626FF1421E5}" destId="{C31F6E0A-0D94-41D4-89CA-5895586CA6B8}" srcOrd="0" destOrd="0" parTransId="{1441F33E-1ADB-4775-9C83-2C6BCC8F3E3E}" sibTransId="{947D75F0-9AFC-4201-A55B-D282EFA8DE2C}"/>
    <dgm:cxn modelId="{063D3364-DEA5-41DB-A978-FD7EF7767462}" srcId="{10034229-3F1F-4056-847A-312D01F11BB0}" destId="{9626D553-8B56-4A01-998C-58B7A7383C23}" srcOrd="1" destOrd="0" parTransId="{160A3671-E680-46DE-B580-93AF9F923C33}" sibTransId="{A42B4C50-5547-4B23-A29D-7248D32E756A}"/>
    <dgm:cxn modelId="{5BC0D94C-228A-45E7-9625-182C1595EE16}" srcId="{9626D553-8B56-4A01-998C-58B7A7383C23}" destId="{CBFC0D67-C803-437A-A750-20477341CB87}" srcOrd="0" destOrd="0" parTransId="{132C556D-E167-4B23-B642-806A861ECBE0}" sibTransId="{38D0CB95-B142-4E3F-90E9-E2AA1CB97B15}"/>
    <dgm:cxn modelId="{EC705A6D-6CD0-4BA9-85E1-F8ED58FB7F7D}" type="presOf" srcId="{94623CD8-F1BF-4E91-8AC5-1626FF1421E5}" destId="{C312772E-772B-4D69-B3B4-9AB88FD65C52}" srcOrd="0" destOrd="0" presId="urn:microsoft.com/office/officeart/2005/8/layout/list1"/>
    <dgm:cxn modelId="{3F12C553-10EA-423D-89B5-B1B34482A2E3}" type="presOf" srcId="{A5BC79CA-27E8-4331-A355-257DBAC535C4}" destId="{AC5515CE-96F1-4A27-9218-AA82FBA3D020}" srcOrd="0" destOrd="1" presId="urn:microsoft.com/office/officeart/2005/8/layout/list1"/>
    <dgm:cxn modelId="{8B595D5A-EEC2-4191-B476-BB284627F049}" srcId="{10034229-3F1F-4056-847A-312D01F11BB0}" destId="{7F560252-45BC-4652-965D-4AFE57E9E29C}" srcOrd="2" destOrd="0" parTransId="{8DE4277B-2A78-4DC6-B62F-25BA1353CA7B}" sibTransId="{C85BE895-0AE6-4C28-9EFC-A1504B61BC5A}"/>
    <dgm:cxn modelId="{AFE34BA2-E4DB-4722-9360-CDDAC13D728F}" srcId="{7F560252-45BC-4652-965D-4AFE57E9E29C}" destId="{8DB917D8-80CB-4359-B149-DE5499AF7793}" srcOrd="0" destOrd="0" parTransId="{82C5E8F0-F5B0-484D-B0CC-F0429B654885}" sibTransId="{D0875415-942C-4391-B8A4-0917C2F6066C}"/>
    <dgm:cxn modelId="{8273DAB4-B720-4D3B-A5FA-CA506AA97890}" type="presOf" srcId="{10034229-3F1F-4056-847A-312D01F11BB0}" destId="{875AC64A-FB9C-436A-9979-F31DE8C11288}" srcOrd="0" destOrd="0" presId="urn:microsoft.com/office/officeart/2005/8/layout/list1"/>
    <dgm:cxn modelId="{DDD2CBB5-1EBF-44D3-B244-F906F83EC0A5}" srcId="{94623CD8-F1BF-4E91-8AC5-1626FF1421E5}" destId="{A5BC79CA-27E8-4331-A355-257DBAC535C4}" srcOrd="1" destOrd="0" parTransId="{EED60D33-9C7B-441C-93DF-CDCFF8C32C4C}" sibTransId="{1C3F59C0-9DA8-4D0B-9C26-407BB7DFC82C}"/>
    <dgm:cxn modelId="{627C7DB6-909F-4FD0-9ECA-195BA1F0EF0C}" type="presOf" srcId="{9626D553-8B56-4A01-998C-58B7A7383C23}" destId="{58457FEA-25A7-47DD-9887-7DC0B5AFD2BB}" srcOrd="0" destOrd="0" presId="urn:microsoft.com/office/officeart/2005/8/layout/list1"/>
    <dgm:cxn modelId="{1D64BABB-1B81-41FF-85F6-375C21FAB679}" type="presOf" srcId="{CBFC0D67-C803-437A-A750-20477341CB87}" destId="{406F0C46-310E-4776-B131-202F5540C8D2}" srcOrd="0" destOrd="0" presId="urn:microsoft.com/office/officeart/2005/8/layout/list1"/>
    <dgm:cxn modelId="{8EAF21C1-E4D9-4822-BCCF-BF7275229E5A}" type="presOf" srcId="{94623CD8-F1BF-4E91-8AC5-1626FF1421E5}" destId="{5AD67C6C-3CB6-48AB-B925-47CCBC7D4E5A}" srcOrd="1" destOrd="0" presId="urn:microsoft.com/office/officeart/2005/8/layout/list1"/>
    <dgm:cxn modelId="{59800BE6-1113-4247-8055-AF2D3CA273A4}" type="presOf" srcId="{7F560252-45BC-4652-965D-4AFE57E9E29C}" destId="{9D7EF7DF-BB4E-4B7E-9E1B-EC18597E77A5}" srcOrd="1" destOrd="0" presId="urn:microsoft.com/office/officeart/2005/8/layout/list1"/>
    <dgm:cxn modelId="{AF7A59E9-24BA-4E0F-8075-FCB3C18FFC1E}" srcId="{10034229-3F1F-4056-847A-312D01F11BB0}" destId="{94623CD8-F1BF-4E91-8AC5-1626FF1421E5}" srcOrd="0" destOrd="0" parTransId="{4F029301-1AE3-4D70-8C77-ADB37DE922E7}" sibTransId="{4497B3AB-DA74-4B64-90E7-B4F95F5FF1D1}"/>
    <dgm:cxn modelId="{5943FAFD-CA94-427D-863A-37F6BB66FA3B}" type="presOf" srcId="{8DB917D8-80CB-4359-B149-DE5499AF7793}" destId="{DF685ACD-B99D-49D1-8F9A-7CB6932B2CD9}" srcOrd="0" destOrd="0" presId="urn:microsoft.com/office/officeart/2005/8/layout/list1"/>
    <dgm:cxn modelId="{3C88BAB9-27A2-4F23-8A92-3106C3E30FAF}" type="presParOf" srcId="{875AC64A-FB9C-436A-9979-F31DE8C11288}" destId="{5849A2CD-2DE0-4D39-BD30-9C2DDBB0183E}" srcOrd="0" destOrd="0" presId="urn:microsoft.com/office/officeart/2005/8/layout/list1"/>
    <dgm:cxn modelId="{122F2CCF-06B6-4016-91D8-78E2EED9D552}" type="presParOf" srcId="{5849A2CD-2DE0-4D39-BD30-9C2DDBB0183E}" destId="{C312772E-772B-4D69-B3B4-9AB88FD65C52}" srcOrd="0" destOrd="0" presId="urn:microsoft.com/office/officeart/2005/8/layout/list1"/>
    <dgm:cxn modelId="{5DD4EAFF-4DF7-478F-8745-64D60008823F}" type="presParOf" srcId="{5849A2CD-2DE0-4D39-BD30-9C2DDBB0183E}" destId="{5AD67C6C-3CB6-48AB-B925-47CCBC7D4E5A}" srcOrd="1" destOrd="0" presId="urn:microsoft.com/office/officeart/2005/8/layout/list1"/>
    <dgm:cxn modelId="{9B77ADFF-0F54-4FB8-8359-B0F4B2B52412}" type="presParOf" srcId="{875AC64A-FB9C-436A-9979-F31DE8C11288}" destId="{E1DA78CE-BE13-4136-A99D-609AC41EB17A}" srcOrd="1" destOrd="0" presId="urn:microsoft.com/office/officeart/2005/8/layout/list1"/>
    <dgm:cxn modelId="{F3B82B0B-5CCE-43A8-8A08-FC2E8A96F3F7}" type="presParOf" srcId="{875AC64A-FB9C-436A-9979-F31DE8C11288}" destId="{AC5515CE-96F1-4A27-9218-AA82FBA3D020}" srcOrd="2" destOrd="0" presId="urn:microsoft.com/office/officeart/2005/8/layout/list1"/>
    <dgm:cxn modelId="{8F92B6F7-746A-4090-800C-0505E93B096F}" type="presParOf" srcId="{875AC64A-FB9C-436A-9979-F31DE8C11288}" destId="{3B1CCEC2-FC1C-404D-867B-D40D620F39FC}" srcOrd="3" destOrd="0" presId="urn:microsoft.com/office/officeart/2005/8/layout/list1"/>
    <dgm:cxn modelId="{EE416C9B-85ED-41A2-AC07-10C324A45BB4}" type="presParOf" srcId="{875AC64A-FB9C-436A-9979-F31DE8C11288}" destId="{A3509D7A-B8AD-4FF3-A701-5F0C7B8784CE}" srcOrd="4" destOrd="0" presId="urn:microsoft.com/office/officeart/2005/8/layout/list1"/>
    <dgm:cxn modelId="{960A9579-1C8C-4D0F-836E-B0B34659786C}" type="presParOf" srcId="{A3509D7A-B8AD-4FF3-A701-5F0C7B8784CE}" destId="{58457FEA-25A7-47DD-9887-7DC0B5AFD2BB}" srcOrd="0" destOrd="0" presId="urn:microsoft.com/office/officeart/2005/8/layout/list1"/>
    <dgm:cxn modelId="{2326B6F5-4C82-4771-B423-1D0C1CEA0802}" type="presParOf" srcId="{A3509D7A-B8AD-4FF3-A701-5F0C7B8784CE}" destId="{68B1E12E-6024-40E3-8460-64DDD5977DA9}" srcOrd="1" destOrd="0" presId="urn:microsoft.com/office/officeart/2005/8/layout/list1"/>
    <dgm:cxn modelId="{C099E2DF-C2B7-4C41-B8C1-9FD1AF914AE2}" type="presParOf" srcId="{875AC64A-FB9C-436A-9979-F31DE8C11288}" destId="{77358889-26C6-4395-9D7C-D138355365C9}" srcOrd="5" destOrd="0" presId="urn:microsoft.com/office/officeart/2005/8/layout/list1"/>
    <dgm:cxn modelId="{9498234D-122B-4A3A-9CB6-7F95003E25CA}" type="presParOf" srcId="{875AC64A-FB9C-436A-9979-F31DE8C11288}" destId="{406F0C46-310E-4776-B131-202F5540C8D2}" srcOrd="6" destOrd="0" presId="urn:microsoft.com/office/officeart/2005/8/layout/list1"/>
    <dgm:cxn modelId="{920B6AAD-3608-48CE-BABC-ADA19A37C5C4}" type="presParOf" srcId="{875AC64A-FB9C-436A-9979-F31DE8C11288}" destId="{38046B0A-0F09-4981-BCC4-D0D03D354159}" srcOrd="7" destOrd="0" presId="urn:microsoft.com/office/officeart/2005/8/layout/list1"/>
    <dgm:cxn modelId="{4FB33F8B-D35C-4067-A456-761D38D78E31}" type="presParOf" srcId="{875AC64A-FB9C-436A-9979-F31DE8C11288}" destId="{5A391EC0-25EF-429F-9D54-610829D732D3}" srcOrd="8" destOrd="0" presId="urn:microsoft.com/office/officeart/2005/8/layout/list1"/>
    <dgm:cxn modelId="{E5D454BB-8007-4D76-979C-808F53D7439A}" type="presParOf" srcId="{5A391EC0-25EF-429F-9D54-610829D732D3}" destId="{89FA5A7F-0981-4CD0-BA6A-BB3B0522890E}" srcOrd="0" destOrd="0" presId="urn:microsoft.com/office/officeart/2005/8/layout/list1"/>
    <dgm:cxn modelId="{98358225-AE09-43D1-BCCC-8244C7A83704}" type="presParOf" srcId="{5A391EC0-25EF-429F-9D54-610829D732D3}" destId="{9D7EF7DF-BB4E-4B7E-9E1B-EC18597E77A5}" srcOrd="1" destOrd="0" presId="urn:microsoft.com/office/officeart/2005/8/layout/list1"/>
    <dgm:cxn modelId="{E0FD204E-0658-42CA-B1D2-79069A3F0930}" type="presParOf" srcId="{875AC64A-FB9C-436A-9979-F31DE8C11288}" destId="{B76DC0A8-51A7-419A-BFDF-D655DDE8CF98}" srcOrd="9" destOrd="0" presId="urn:microsoft.com/office/officeart/2005/8/layout/list1"/>
    <dgm:cxn modelId="{F5BD81F7-CC0A-4619-BAFC-71E72CB89F7E}" type="presParOf" srcId="{875AC64A-FB9C-436A-9979-F31DE8C11288}" destId="{DF685ACD-B99D-49D1-8F9A-7CB6932B2CD9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8B5F4AB-AF44-4097-9F43-D86B356597D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96E4D710-F027-4FD1-9909-D2369D7C4E5D}">
      <dgm:prSet/>
      <dgm:spPr/>
      <dgm:t>
        <a:bodyPr/>
        <a:lstStyle/>
        <a:p>
          <a:r>
            <a:rPr lang="fr-FR"/>
            <a:t>Les fournisseurs de LLM proposent des SaaS privatifs</a:t>
          </a:r>
          <a:endParaRPr lang="en-US"/>
        </a:p>
      </dgm:t>
    </dgm:pt>
    <dgm:pt modelId="{4A9CB4BD-ECFD-427B-AB7A-7B85DBA0FD88}" type="parTrans" cxnId="{E1F99A7A-22F8-4034-AB29-F90E499B83B2}">
      <dgm:prSet/>
      <dgm:spPr/>
      <dgm:t>
        <a:bodyPr/>
        <a:lstStyle/>
        <a:p>
          <a:endParaRPr lang="en-US"/>
        </a:p>
      </dgm:t>
    </dgm:pt>
    <dgm:pt modelId="{FC3F47EB-6E46-473C-864C-CB6E674DC8B5}" type="sibTrans" cxnId="{E1F99A7A-22F8-4034-AB29-F90E499B83B2}">
      <dgm:prSet/>
      <dgm:spPr/>
      <dgm:t>
        <a:bodyPr/>
        <a:lstStyle/>
        <a:p>
          <a:endParaRPr lang="en-US"/>
        </a:p>
      </dgm:t>
    </dgm:pt>
    <dgm:pt modelId="{29943875-980E-405C-9FD8-0C22800ACC9A}">
      <dgm:prSet/>
      <dgm:spPr/>
      <dgm:t>
        <a:bodyPr/>
        <a:lstStyle/>
        <a:p>
          <a:r>
            <a:rPr lang="fr-FR"/>
            <a:t>Tarifs TRES variables</a:t>
          </a:r>
          <a:endParaRPr lang="en-US"/>
        </a:p>
      </dgm:t>
    </dgm:pt>
    <dgm:pt modelId="{E40A295C-128F-45DB-BC0B-4D32CA639C20}" type="parTrans" cxnId="{E2ED8827-1F7C-4FA6-B365-2B660BD9742A}">
      <dgm:prSet/>
      <dgm:spPr/>
      <dgm:t>
        <a:bodyPr/>
        <a:lstStyle/>
        <a:p>
          <a:endParaRPr lang="en-US"/>
        </a:p>
      </dgm:t>
    </dgm:pt>
    <dgm:pt modelId="{15C61DD6-8D62-47DE-A41D-CD99413BC856}" type="sibTrans" cxnId="{E2ED8827-1F7C-4FA6-B365-2B660BD9742A}">
      <dgm:prSet/>
      <dgm:spPr/>
      <dgm:t>
        <a:bodyPr/>
        <a:lstStyle/>
        <a:p>
          <a:endParaRPr lang="en-US"/>
        </a:p>
      </dgm:t>
    </dgm:pt>
    <dgm:pt modelId="{66395671-DBE5-417A-917C-2824DC5D865D}">
      <dgm:prSet/>
      <dgm:spPr/>
      <dgm:t>
        <a:bodyPr/>
        <a:lstStyle/>
        <a:p>
          <a:r>
            <a:rPr lang="fr-FR"/>
            <a:t>Les fournisseurs de clouds classiques proposent des SaaS et PaaS des LLM open sources</a:t>
          </a:r>
          <a:endParaRPr lang="en-US"/>
        </a:p>
      </dgm:t>
    </dgm:pt>
    <dgm:pt modelId="{56DCAE83-BDCA-4249-8EB1-3F1B9A3A37AB}" type="parTrans" cxnId="{E6234517-9293-41EE-8291-E6B9C0A99DD9}">
      <dgm:prSet/>
      <dgm:spPr/>
      <dgm:t>
        <a:bodyPr/>
        <a:lstStyle/>
        <a:p>
          <a:endParaRPr lang="en-US"/>
        </a:p>
      </dgm:t>
    </dgm:pt>
    <dgm:pt modelId="{B3B6AF80-2865-444D-AB7A-1D69BAF2A94C}" type="sibTrans" cxnId="{E6234517-9293-41EE-8291-E6B9C0A99DD9}">
      <dgm:prSet/>
      <dgm:spPr/>
      <dgm:t>
        <a:bodyPr/>
        <a:lstStyle/>
        <a:p>
          <a:endParaRPr lang="en-US"/>
        </a:p>
      </dgm:t>
    </dgm:pt>
    <dgm:pt modelId="{E7C694EA-FB47-470F-B03A-359C30528FFF}">
      <dgm:prSet/>
      <dgm:spPr/>
      <dgm:t>
        <a:bodyPr/>
        <a:lstStyle/>
        <a:p>
          <a:r>
            <a:rPr lang="fr-FR"/>
            <a:t>AWS</a:t>
          </a:r>
          <a:endParaRPr lang="en-US"/>
        </a:p>
      </dgm:t>
    </dgm:pt>
    <dgm:pt modelId="{E9863212-0626-4E36-86AC-9554FAED35A7}" type="parTrans" cxnId="{5B4BFF73-A75A-473A-8C6D-F0FFA6B9684E}">
      <dgm:prSet/>
      <dgm:spPr/>
      <dgm:t>
        <a:bodyPr/>
        <a:lstStyle/>
        <a:p>
          <a:endParaRPr lang="en-US"/>
        </a:p>
      </dgm:t>
    </dgm:pt>
    <dgm:pt modelId="{F89DF497-2516-4419-A870-B3FBE0AF2992}" type="sibTrans" cxnId="{5B4BFF73-A75A-473A-8C6D-F0FFA6B9684E}">
      <dgm:prSet/>
      <dgm:spPr/>
      <dgm:t>
        <a:bodyPr/>
        <a:lstStyle/>
        <a:p>
          <a:endParaRPr lang="en-US"/>
        </a:p>
      </dgm:t>
    </dgm:pt>
    <dgm:pt modelId="{334A4898-F7E1-49DD-9BFF-AF985CB7E4AA}">
      <dgm:prSet/>
      <dgm:spPr/>
      <dgm:t>
        <a:bodyPr/>
        <a:lstStyle/>
        <a:p>
          <a:r>
            <a:rPr lang="fr-FR"/>
            <a:t>GCP</a:t>
          </a:r>
          <a:endParaRPr lang="en-US"/>
        </a:p>
      </dgm:t>
    </dgm:pt>
    <dgm:pt modelId="{EE98888E-65CE-4AE0-838C-E3B8D8B36DD5}" type="parTrans" cxnId="{E22BBB90-030E-46E9-B90F-D70DD5E002D3}">
      <dgm:prSet/>
      <dgm:spPr/>
      <dgm:t>
        <a:bodyPr/>
        <a:lstStyle/>
        <a:p>
          <a:endParaRPr lang="en-US"/>
        </a:p>
      </dgm:t>
    </dgm:pt>
    <dgm:pt modelId="{1FE0179B-236E-4AB3-BF81-C3DCA34474D6}" type="sibTrans" cxnId="{E22BBB90-030E-46E9-B90F-D70DD5E002D3}">
      <dgm:prSet/>
      <dgm:spPr/>
      <dgm:t>
        <a:bodyPr/>
        <a:lstStyle/>
        <a:p>
          <a:endParaRPr lang="en-US"/>
        </a:p>
      </dgm:t>
    </dgm:pt>
    <dgm:pt modelId="{B7816A4D-7F6C-4C28-9836-6A98A896C32D}">
      <dgm:prSet/>
      <dgm:spPr/>
      <dgm:t>
        <a:bodyPr/>
        <a:lstStyle/>
        <a:p>
          <a:r>
            <a:rPr lang="fr-FR"/>
            <a:t>Azure</a:t>
          </a:r>
          <a:endParaRPr lang="en-US"/>
        </a:p>
      </dgm:t>
    </dgm:pt>
    <dgm:pt modelId="{94689688-7EF6-4058-8D28-78B9F3A99318}" type="parTrans" cxnId="{B8C8D1EB-0568-4E97-9E37-468CABFF0C43}">
      <dgm:prSet/>
      <dgm:spPr/>
      <dgm:t>
        <a:bodyPr/>
        <a:lstStyle/>
        <a:p>
          <a:endParaRPr lang="en-US"/>
        </a:p>
      </dgm:t>
    </dgm:pt>
    <dgm:pt modelId="{469D764F-4780-4B51-BC53-ACCC6D08A064}" type="sibTrans" cxnId="{B8C8D1EB-0568-4E97-9E37-468CABFF0C43}">
      <dgm:prSet/>
      <dgm:spPr/>
      <dgm:t>
        <a:bodyPr/>
        <a:lstStyle/>
        <a:p>
          <a:endParaRPr lang="en-US"/>
        </a:p>
      </dgm:t>
    </dgm:pt>
    <dgm:pt modelId="{500FE025-B882-4092-8BC2-ABC7A51E2065}" type="pres">
      <dgm:prSet presAssocID="{18B5F4AB-AF44-4097-9F43-D86B356597D9}" presName="root" presStyleCnt="0">
        <dgm:presLayoutVars>
          <dgm:dir/>
          <dgm:resizeHandles val="exact"/>
        </dgm:presLayoutVars>
      </dgm:prSet>
      <dgm:spPr/>
    </dgm:pt>
    <dgm:pt modelId="{720515F8-B26D-4770-AF1B-95F146F703CE}" type="pres">
      <dgm:prSet presAssocID="{96E4D710-F027-4FD1-9909-D2369D7C4E5D}" presName="compNode" presStyleCnt="0"/>
      <dgm:spPr/>
    </dgm:pt>
    <dgm:pt modelId="{44D1BB5A-0C04-4913-9DA8-84A3FEE7095A}" type="pres">
      <dgm:prSet presAssocID="{96E4D710-F027-4FD1-9909-D2369D7C4E5D}" presName="bgRect" presStyleLbl="bgShp" presStyleIdx="0" presStyleCnt="2"/>
      <dgm:spPr/>
    </dgm:pt>
    <dgm:pt modelId="{2606E1A7-E858-4522-8EA4-F5F0DE20C724}" type="pres">
      <dgm:prSet presAssocID="{96E4D710-F027-4FD1-9909-D2369D7C4E5D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che"/>
        </a:ext>
      </dgm:extLst>
    </dgm:pt>
    <dgm:pt modelId="{43D65FAC-2EBF-4F33-BFCD-E546F6B4E1CE}" type="pres">
      <dgm:prSet presAssocID="{96E4D710-F027-4FD1-9909-D2369D7C4E5D}" presName="spaceRect" presStyleCnt="0"/>
      <dgm:spPr/>
    </dgm:pt>
    <dgm:pt modelId="{5BEFF36F-5F40-4D46-BE7C-3C6D2B443173}" type="pres">
      <dgm:prSet presAssocID="{96E4D710-F027-4FD1-9909-D2369D7C4E5D}" presName="parTx" presStyleLbl="revTx" presStyleIdx="0" presStyleCnt="4">
        <dgm:presLayoutVars>
          <dgm:chMax val="0"/>
          <dgm:chPref val="0"/>
        </dgm:presLayoutVars>
      </dgm:prSet>
      <dgm:spPr/>
    </dgm:pt>
    <dgm:pt modelId="{3EC854B7-D5DF-4DD2-97F9-2AD76CC73EDA}" type="pres">
      <dgm:prSet presAssocID="{96E4D710-F027-4FD1-9909-D2369D7C4E5D}" presName="desTx" presStyleLbl="revTx" presStyleIdx="1" presStyleCnt="4">
        <dgm:presLayoutVars/>
      </dgm:prSet>
      <dgm:spPr/>
    </dgm:pt>
    <dgm:pt modelId="{CC894634-22CD-435D-81AD-0F5EF2FD98A3}" type="pres">
      <dgm:prSet presAssocID="{FC3F47EB-6E46-473C-864C-CB6E674DC8B5}" presName="sibTrans" presStyleCnt="0"/>
      <dgm:spPr/>
    </dgm:pt>
    <dgm:pt modelId="{FDEF85AB-204E-4177-97AA-429F57746BEF}" type="pres">
      <dgm:prSet presAssocID="{66395671-DBE5-417A-917C-2824DC5D865D}" presName="compNode" presStyleCnt="0"/>
      <dgm:spPr/>
    </dgm:pt>
    <dgm:pt modelId="{075EBBA1-E8F9-4A57-B94F-1C4017C2CC7A}" type="pres">
      <dgm:prSet presAssocID="{66395671-DBE5-417A-917C-2824DC5D865D}" presName="bgRect" presStyleLbl="bgShp" presStyleIdx="1" presStyleCnt="2"/>
      <dgm:spPr/>
    </dgm:pt>
    <dgm:pt modelId="{BDB17737-BBC0-40FF-A2FB-BBCA3105D3D7}" type="pres">
      <dgm:prSet presAssocID="{66395671-DBE5-417A-917C-2824DC5D865D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uage"/>
        </a:ext>
      </dgm:extLst>
    </dgm:pt>
    <dgm:pt modelId="{896BBBFF-A122-4ADF-A6A8-79B053C79202}" type="pres">
      <dgm:prSet presAssocID="{66395671-DBE5-417A-917C-2824DC5D865D}" presName="spaceRect" presStyleCnt="0"/>
      <dgm:spPr/>
    </dgm:pt>
    <dgm:pt modelId="{781E368C-A4D5-4009-B21E-8273F3D733EB}" type="pres">
      <dgm:prSet presAssocID="{66395671-DBE5-417A-917C-2824DC5D865D}" presName="parTx" presStyleLbl="revTx" presStyleIdx="2" presStyleCnt="4">
        <dgm:presLayoutVars>
          <dgm:chMax val="0"/>
          <dgm:chPref val="0"/>
        </dgm:presLayoutVars>
      </dgm:prSet>
      <dgm:spPr/>
    </dgm:pt>
    <dgm:pt modelId="{A4C6D6CB-D74A-428C-879F-53818722A8C4}" type="pres">
      <dgm:prSet presAssocID="{66395671-DBE5-417A-917C-2824DC5D865D}" presName="desTx" presStyleLbl="revTx" presStyleIdx="3" presStyleCnt="4">
        <dgm:presLayoutVars/>
      </dgm:prSet>
      <dgm:spPr/>
    </dgm:pt>
  </dgm:ptLst>
  <dgm:cxnLst>
    <dgm:cxn modelId="{9686EB12-9CBA-4F3B-BD42-16E5C2F978E2}" type="presOf" srcId="{96E4D710-F027-4FD1-9909-D2369D7C4E5D}" destId="{5BEFF36F-5F40-4D46-BE7C-3C6D2B443173}" srcOrd="0" destOrd="0" presId="urn:microsoft.com/office/officeart/2018/2/layout/IconVerticalSolidList"/>
    <dgm:cxn modelId="{E6234517-9293-41EE-8291-E6B9C0A99DD9}" srcId="{18B5F4AB-AF44-4097-9F43-D86B356597D9}" destId="{66395671-DBE5-417A-917C-2824DC5D865D}" srcOrd="1" destOrd="0" parTransId="{56DCAE83-BDCA-4249-8EB1-3F1B9A3A37AB}" sibTransId="{B3B6AF80-2865-444D-AB7A-1D69BAF2A94C}"/>
    <dgm:cxn modelId="{E2ED8827-1F7C-4FA6-B365-2B660BD9742A}" srcId="{96E4D710-F027-4FD1-9909-D2369D7C4E5D}" destId="{29943875-980E-405C-9FD8-0C22800ACC9A}" srcOrd="0" destOrd="0" parTransId="{E40A295C-128F-45DB-BC0B-4D32CA639C20}" sibTransId="{15C61DD6-8D62-47DE-A41D-CD99413BC856}"/>
    <dgm:cxn modelId="{8C9B1549-43DE-4755-AA52-162813560159}" type="presOf" srcId="{66395671-DBE5-417A-917C-2824DC5D865D}" destId="{781E368C-A4D5-4009-B21E-8273F3D733EB}" srcOrd="0" destOrd="0" presId="urn:microsoft.com/office/officeart/2018/2/layout/IconVerticalSolidList"/>
    <dgm:cxn modelId="{689B3873-74AC-4846-BC53-A6BD3E3CDA56}" type="presOf" srcId="{18B5F4AB-AF44-4097-9F43-D86B356597D9}" destId="{500FE025-B882-4092-8BC2-ABC7A51E2065}" srcOrd="0" destOrd="0" presId="urn:microsoft.com/office/officeart/2018/2/layout/IconVerticalSolidList"/>
    <dgm:cxn modelId="{5B4BFF73-A75A-473A-8C6D-F0FFA6B9684E}" srcId="{66395671-DBE5-417A-917C-2824DC5D865D}" destId="{E7C694EA-FB47-470F-B03A-359C30528FFF}" srcOrd="0" destOrd="0" parTransId="{E9863212-0626-4E36-86AC-9554FAED35A7}" sibTransId="{F89DF497-2516-4419-A870-B3FBE0AF2992}"/>
    <dgm:cxn modelId="{ECEF1174-FC37-4CC0-A77C-3C63E2400C0B}" type="presOf" srcId="{E7C694EA-FB47-470F-B03A-359C30528FFF}" destId="{A4C6D6CB-D74A-428C-879F-53818722A8C4}" srcOrd="0" destOrd="0" presId="urn:microsoft.com/office/officeart/2018/2/layout/IconVerticalSolidList"/>
    <dgm:cxn modelId="{E1F99A7A-22F8-4034-AB29-F90E499B83B2}" srcId="{18B5F4AB-AF44-4097-9F43-D86B356597D9}" destId="{96E4D710-F027-4FD1-9909-D2369D7C4E5D}" srcOrd="0" destOrd="0" parTransId="{4A9CB4BD-ECFD-427B-AB7A-7B85DBA0FD88}" sibTransId="{FC3F47EB-6E46-473C-864C-CB6E674DC8B5}"/>
    <dgm:cxn modelId="{E22BBB90-030E-46E9-B90F-D70DD5E002D3}" srcId="{66395671-DBE5-417A-917C-2824DC5D865D}" destId="{334A4898-F7E1-49DD-9BFF-AF985CB7E4AA}" srcOrd="1" destOrd="0" parTransId="{EE98888E-65CE-4AE0-838C-E3B8D8B36DD5}" sibTransId="{1FE0179B-236E-4AB3-BF81-C3DCA34474D6}"/>
    <dgm:cxn modelId="{DE81CEA0-5A93-423E-9AA7-586467DC4C82}" type="presOf" srcId="{29943875-980E-405C-9FD8-0C22800ACC9A}" destId="{3EC854B7-D5DF-4DD2-97F9-2AD76CC73EDA}" srcOrd="0" destOrd="0" presId="urn:microsoft.com/office/officeart/2018/2/layout/IconVerticalSolidList"/>
    <dgm:cxn modelId="{D24CA1E4-C4AD-4B5D-A6E7-6B4C195EDA73}" type="presOf" srcId="{334A4898-F7E1-49DD-9BFF-AF985CB7E4AA}" destId="{A4C6D6CB-D74A-428C-879F-53818722A8C4}" srcOrd="0" destOrd="1" presId="urn:microsoft.com/office/officeart/2018/2/layout/IconVerticalSolidList"/>
    <dgm:cxn modelId="{B8C8D1EB-0568-4E97-9E37-468CABFF0C43}" srcId="{66395671-DBE5-417A-917C-2824DC5D865D}" destId="{B7816A4D-7F6C-4C28-9836-6A98A896C32D}" srcOrd="2" destOrd="0" parTransId="{94689688-7EF6-4058-8D28-78B9F3A99318}" sibTransId="{469D764F-4780-4B51-BC53-ACCC6D08A064}"/>
    <dgm:cxn modelId="{88FAECFF-6E59-4280-B4E7-CA54D403380C}" type="presOf" srcId="{B7816A4D-7F6C-4C28-9836-6A98A896C32D}" destId="{A4C6D6CB-D74A-428C-879F-53818722A8C4}" srcOrd="0" destOrd="2" presId="urn:microsoft.com/office/officeart/2018/2/layout/IconVerticalSolidList"/>
    <dgm:cxn modelId="{1CF13774-55E2-4679-BB3F-5EE8E449C2DC}" type="presParOf" srcId="{500FE025-B882-4092-8BC2-ABC7A51E2065}" destId="{720515F8-B26D-4770-AF1B-95F146F703CE}" srcOrd="0" destOrd="0" presId="urn:microsoft.com/office/officeart/2018/2/layout/IconVerticalSolidList"/>
    <dgm:cxn modelId="{08CEC326-C460-483D-ACCF-E5A01DA30728}" type="presParOf" srcId="{720515F8-B26D-4770-AF1B-95F146F703CE}" destId="{44D1BB5A-0C04-4913-9DA8-84A3FEE7095A}" srcOrd="0" destOrd="0" presId="urn:microsoft.com/office/officeart/2018/2/layout/IconVerticalSolidList"/>
    <dgm:cxn modelId="{A407B93B-ECB3-4517-A0DF-5B857E168056}" type="presParOf" srcId="{720515F8-B26D-4770-AF1B-95F146F703CE}" destId="{2606E1A7-E858-4522-8EA4-F5F0DE20C724}" srcOrd="1" destOrd="0" presId="urn:microsoft.com/office/officeart/2018/2/layout/IconVerticalSolidList"/>
    <dgm:cxn modelId="{7E44096D-B82D-4EF5-B348-C5483C7A1BB9}" type="presParOf" srcId="{720515F8-B26D-4770-AF1B-95F146F703CE}" destId="{43D65FAC-2EBF-4F33-BFCD-E546F6B4E1CE}" srcOrd="2" destOrd="0" presId="urn:microsoft.com/office/officeart/2018/2/layout/IconVerticalSolidList"/>
    <dgm:cxn modelId="{7DF4E51F-0A35-4CF4-ABAB-DC1E014318D7}" type="presParOf" srcId="{720515F8-B26D-4770-AF1B-95F146F703CE}" destId="{5BEFF36F-5F40-4D46-BE7C-3C6D2B443173}" srcOrd="3" destOrd="0" presId="urn:microsoft.com/office/officeart/2018/2/layout/IconVerticalSolidList"/>
    <dgm:cxn modelId="{EBAF2D85-4FC1-4449-956B-72E9F026844E}" type="presParOf" srcId="{720515F8-B26D-4770-AF1B-95F146F703CE}" destId="{3EC854B7-D5DF-4DD2-97F9-2AD76CC73EDA}" srcOrd="4" destOrd="0" presId="urn:microsoft.com/office/officeart/2018/2/layout/IconVerticalSolidList"/>
    <dgm:cxn modelId="{42E1BB33-FE04-4854-981E-F0C60C729C2F}" type="presParOf" srcId="{500FE025-B882-4092-8BC2-ABC7A51E2065}" destId="{CC894634-22CD-435D-81AD-0F5EF2FD98A3}" srcOrd="1" destOrd="0" presId="urn:microsoft.com/office/officeart/2018/2/layout/IconVerticalSolidList"/>
    <dgm:cxn modelId="{8445D7E3-E969-430F-A3AA-DE9E79AF302B}" type="presParOf" srcId="{500FE025-B882-4092-8BC2-ABC7A51E2065}" destId="{FDEF85AB-204E-4177-97AA-429F57746BEF}" srcOrd="2" destOrd="0" presId="urn:microsoft.com/office/officeart/2018/2/layout/IconVerticalSolidList"/>
    <dgm:cxn modelId="{359068BF-4ACF-4453-A320-0497595959D5}" type="presParOf" srcId="{FDEF85AB-204E-4177-97AA-429F57746BEF}" destId="{075EBBA1-E8F9-4A57-B94F-1C4017C2CC7A}" srcOrd="0" destOrd="0" presId="urn:microsoft.com/office/officeart/2018/2/layout/IconVerticalSolidList"/>
    <dgm:cxn modelId="{0CAFFF13-A0BA-4829-AFFF-0AE1E719372B}" type="presParOf" srcId="{FDEF85AB-204E-4177-97AA-429F57746BEF}" destId="{BDB17737-BBC0-40FF-A2FB-BBCA3105D3D7}" srcOrd="1" destOrd="0" presId="urn:microsoft.com/office/officeart/2018/2/layout/IconVerticalSolidList"/>
    <dgm:cxn modelId="{FEEACCE9-58C3-4EEC-9D18-53CFE702938B}" type="presParOf" srcId="{FDEF85AB-204E-4177-97AA-429F57746BEF}" destId="{896BBBFF-A122-4ADF-A6A8-79B053C79202}" srcOrd="2" destOrd="0" presId="urn:microsoft.com/office/officeart/2018/2/layout/IconVerticalSolidList"/>
    <dgm:cxn modelId="{61B9F5E0-8260-444B-A4F7-921CF2CF72F1}" type="presParOf" srcId="{FDEF85AB-204E-4177-97AA-429F57746BEF}" destId="{781E368C-A4D5-4009-B21E-8273F3D733EB}" srcOrd="3" destOrd="0" presId="urn:microsoft.com/office/officeart/2018/2/layout/IconVerticalSolidList"/>
    <dgm:cxn modelId="{1E5BEC79-C778-4CA7-8951-3C86A6D01D3A}" type="presParOf" srcId="{FDEF85AB-204E-4177-97AA-429F57746BEF}" destId="{A4C6D6CB-D74A-428C-879F-53818722A8C4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4EA2D7-D23F-4D8C-AE20-23475C77529B}">
      <dsp:nvSpPr>
        <dsp:cNvPr id="0" name=""/>
        <dsp:cNvSpPr/>
      </dsp:nvSpPr>
      <dsp:spPr>
        <a:xfrm>
          <a:off x="0" y="340119"/>
          <a:ext cx="8766051" cy="90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0343" tIns="333248" rIns="680343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600" kern="1200"/>
            <a:t>1 K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600" kern="1200"/>
            <a:t>CPU + Quelques Mo de RAM</a:t>
          </a:r>
          <a:endParaRPr lang="en-US" sz="1600" kern="1200"/>
        </a:p>
      </dsp:txBody>
      <dsp:txXfrm>
        <a:off x="0" y="340119"/>
        <a:ext cx="8766051" cy="907200"/>
      </dsp:txXfrm>
    </dsp:sp>
    <dsp:sp modelId="{0B695B81-5DC0-4EC7-99BA-C4B041C78A21}">
      <dsp:nvSpPr>
        <dsp:cNvPr id="0" name=""/>
        <dsp:cNvSpPr/>
      </dsp:nvSpPr>
      <dsp:spPr>
        <a:xfrm>
          <a:off x="438302" y="103959"/>
          <a:ext cx="6136235" cy="4723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31935" tIns="0" rIns="231935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/>
            <a:t>2011 – Random Forest</a:t>
          </a:r>
          <a:endParaRPr lang="en-US" sz="1600" kern="1200"/>
        </a:p>
      </dsp:txBody>
      <dsp:txXfrm>
        <a:off x="461359" y="127016"/>
        <a:ext cx="6090121" cy="426206"/>
      </dsp:txXfrm>
    </dsp:sp>
    <dsp:sp modelId="{06147F48-F2A0-4088-838F-0940EAE2B08F}">
      <dsp:nvSpPr>
        <dsp:cNvPr id="0" name=""/>
        <dsp:cNvSpPr/>
      </dsp:nvSpPr>
      <dsp:spPr>
        <a:xfrm>
          <a:off x="0" y="1569879"/>
          <a:ext cx="8766051" cy="115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0343" tIns="333248" rIns="680343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600" kern="1200"/>
            <a:t>138 M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600" kern="1200"/>
            <a:t>CPU + 0.5 Go RAM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600" kern="1200"/>
            <a:t>Inférence en 1s</a:t>
          </a:r>
          <a:endParaRPr lang="en-US" sz="1600" kern="1200"/>
        </a:p>
      </dsp:txBody>
      <dsp:txXfrm>
        <a:off x="0" y="1569879"/>
        <a:ext cx="8766051" cy="1159200"/>
      </dsp:txXfrm>
    </dsp:sp>
    <dsp:sp modelId="{82F8024C-DB58-403C-A142-39797EF6AA05}">
      <dsp:nvSpPr>
        <dsp:cNvPr id="0" name=""/>
        <dsp:cNvSpPr/>
      </dsp:nvSpPr>
      <dsp:spPr>
        <a:xfrm>
          <a:off x="438302" y="1333719"/>
          <a:ext cx="6136235" cy="4723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31935" tIns="0" rIns="231935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/>
            <a:t>2014 – VGG 16</a:t>
          </a:r>
          <a:endParaRPr lang="en-US" sz="1600" kern="1200"/>
        </a:p>
      </dsp:txBody>
      <dsp:txXfrm>
        <a:off x="461359" y="1356776"/>
        <a:ext cx="6090121" cy="426206"/>
      </dsp:txXfrm>
    </dsp:sp>
    <dsp:sp modelId="{FDC4F149-ACCF-43EF-97D7-4139A39172E0}">
      <dsp:nvSpPr>
        <dsp:cNvPr id="0" name=""/>
        <dsp:cNvSpPr/>
      </dsp:nvSpPr>
      <dsp:spPr>
        <a:xfrm>
          <a:off x="0" y="3051640"/>
          <a:ext cx="8766051" cy="115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0343" tIns="333248" rIns="680343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600" kern="1200"/>
            <a:t>60 M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600" kern="1200"/>
            <a:t>CPU + 4 Go RAM = Inférence en 4s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600" kern="1200"/>
            <a:t>GPU + 4 Go VRAM = Inférence en 1s</a:t>
          </a:r>
          <a:endParaRPr lang="en-US" sz="1600" kern="1200"/>
        </a:p>
      </dsp:txBody>
      <dsp:txXfrm>
        <a:off x="0" y="3051640"/>
        <a:ext cx="8766051" cy="1159200"/>
      </dsp:txXfrm>
    </dsp:sp>
    <dsp:sp modelId="{30E3AF1A-0E3C-4DA7-9BF2-125E5C98FBA3}">
      <dsp:nvSpPr>
        <dsp:cNvPr id="0" name=""/>
        <dsp:cNvSpPr/>
      </dsp:nvSpPr>
      <dsp:spPr>
        <a:xfrm>
          <a:off x="438302" y="2815480"/>
          <a:ext cx="6136235" cy="4723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31935" tIns="0" rIns="231935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/>
            <a:t>2017 – ResNet 1</a:t>
          </a:r>
          <a:endParaRPr lang="en-US" sz="1600" kern="1200"/>
        </a:p>
      </dsp:txBody>
      <dsp:txXfrm>
        <a:off x="461359" y="2838537"/>
        <a:ext cx="6090121" cy="426206"/>
      </dsp:txXfrm>
    </dsp:sp>
    <dsp:sp modelId="{7A8DB0FA-7E6D-4DFA-A175-73D92503EA7D}">
      <dsp:nvSpPr>
        <dsp:cNvPr id="0" name=""/>
        <dsp:cNvSpPr/>
      </dsp:nvSpPr>
      <dsp:spPr>
        <a:xfrm>
          <a:off x="0" y="4533400"/>
          <a:ext cx="8766051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D1B91F-5C1A-463E-A669-2EF73E833DB3}">
      <dsp:nvSpPr>
        <dsp:cNvPr id="0" name=""/>
        <dsp:cNvSpPr/>
      </dsp:nvSpPr>
      <dsp:spPr>
        <a:xfrm>
          <a:off x="438302" y="4297240"/>
          <a:ext cx="6136235" cy="4723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31935" tIns="0" rIns="231935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/>
            <a:t>en 1s</a:t>
          </a:r>
          <a:endParaRPr lang="en-US" sz="1600" kern="1200"/>
        </a:p>
      </dsp:txBody>
      <dsp:txXfrm>
        <a:off x="461359" y="4320297"/>
        <a:ext cx="6090121" cy="4262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C98D69-AC4D-4AB7-A038-0F68141F8BE6}">
      <dsp:nvSpPr>
        <dsp:cNvPr id="0" name=""/>
        <dsp:cNvSpPr/>
      </dsp:nvSpPr>
      <dsp:spPr>
        <a:xfrm>
          <a:off x="0" y="615"/>
          <a:ext cx="8766051" cy="143980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61297E-6B96-4FE3-9CC5-3F9F7424C450}">
      <dsp:nvSpPr>
        <dsp:cNvPr id="0" name=""/>
        <dsp:cNvSpPr/>
      </dsp:nvSpPr>
      <dsp:spPr>
        <a:xfrm>
          <a:off x="435542" y="324572"/>
          <a:ext cx="791894" cy="79189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79AAD7-6D52-4A4D-9491-147F221F9734}">
      <dsp:nvSpPr>
        <dsp:cNvPr id="0" name=""/>
        <dsp:cNvSpPr/>
      </dsp:nvSpPr>
      <dsp:spPr>
        <a:xfrm>
          <a:off x="1662978" y="615"/>
          <a:ext cx="3944722" cy="14398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380" tIns="152380" rIns="152380" bIns="15238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/>
            <a:t>2019 – ResNet 2</a:t>
          </a:r>
          <a:endParaRPr lang="en-US" sz="2500" kern="1200"/>
        </a:p>
      </dsp:txBody>
      <dsp:txXfrm>
        <a:off x="1662978" y="615"/>
        <a:ext cx="3944722" cy="1439808"/>
      </dsp:txXfrm>
    </dsp:sp>
    <dsp:sp modelId="{797C2292-337B-4164-A5BB-D5814564D7AB}">
      <dsp:nvSpPr>
        <dsp:cNvPr id="0" name=""/>
        <dsp:cNvSpPr/>
      </dsp:nvSpPr>
      <dsp:spPr>
        <a:xfrm>
          <a:off x="5607701" y="615"/>
          <a:ext cx="3158349" cy="14398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380" tIns="152380" rIns="152380" bIns="15238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/>
            <a:t>CPU + 8 Go RAM = Inférence en 4s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/>
            <a:t>GPU + 8 Go VRAM = Inférence</a:t>
          </a:r>
          <a:endParaRPr lang="en-US" sz="1700" kern="1200"/>
        </a:p>
      </dsp:txBody>
      <dsp:txXfrm>
        <a:off x="5607701" y="615"/>
        <a:ext cx="3158349" cy="1439808"/>
      </dsp:txXfrm>
    </dsp:sp>
    <dsp:sp modelId="{38A89B65-83D0-427F-B0F5-A94ECC21EFC9}">
      <dsp:nvSpPr>
        <dsp:cNvPr id="0" name=""/>
        <dsp:cNvSpPr/>
      </dsp:nvSpPr>
      <dsp:spPr>
        <a:xfrm>
          <a:off x="0" y="1800375"/>
          <a:ext cx="8766051" cy="143980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D008A3-EFEC-4988-8B1E-F3C8045D9AAE}">
      <dsp:nvSpPr>
        <dsp:cNvPr id="0" name=""/>
        <dsp:cNvSpPr/>
      </dsp:nvSpPr>
      <dsp:spPr>
        <a:xfrm>
          <a:off x="435542" y="2124332"/>
          <a:ext cx="791894" cy="79189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439883-1439-4175-924A-CED25F4A548E}">
      <dsp:nvSpPr>
        <dsp:cNvPr id="0" name=""/>
        <dsp:cNvSpPr/>
      </dsp:nvSpPr>
      <dsp:spPr>
        <a:xfrm>
          <a:off x="1662978" y="1800375"/>
          <a:ext cx="3944722" cy="14398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380" tIns="152380" rIns="152380" bIns="15238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/>
            <a:t>2018 – BERT (first GPT)</a:t>
          </a:r>
          <a:endParaRPr lang="en-US" sz="2500" kern="1200"/>
        </a:p>
      </dsp:txBody>
      <dsp:txXfrm>
        <a:off x="1662978" y="1800375"/>
        <a:ext cx="3944722" cy="1439808"/>
      </dsp:txXfrm>
    </dsp:sp>
    <dsp:sp modelId="{10DBE667-286A-4CE4-A46B-21196091C15F}">
      <dsp:nvSpPr>
        <dsp:cNvPr id="0" name=""/>
        <dsp:cNvSpPr/>
      </dsp:nvSpPr>
      <dsp:spPr>
        <a:xfrm>
          <a:off x="5607701" y="1800375"/>
          <a:ext cx="3158349" cy="14398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380" tIns="152380" rIns="152380" bIns="15238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/>
            <a:t>Minimum : CPU + 4 Go RAM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/>
            <a:t>Confort : GPU + 8 Go VRAM</a:t>
          </a:r>
          <a:endParaRPr lang="en-US" sz="1700" kern="1200"/>
        </a:p>
      </dsp:txBody>
      <dsp:txXfrm>
        <a:off x="5607701" y="1800375"/>
        <a:ext cx="3158349" cy="1439808"/>
      </dsp:txXfrm>
    </dsp:sp>
    <dsp:sp modelId="{2B31238B-5151-4141-B174-0E5F30D24C75}">
      <dsp:nvSpPr>
        <dsp:cNvPr id="0" name=""/>
        <dsp:cNvSpPr/>
      </dsp:nvSpPr>
      <dsp:spPr>
        <a:xfrm>
          <a:off x="0" y="3600136"/>
          <a:ext cx="8766051" cy="143980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8EDCAD-9942-45C8-9342-4CA41EBB7A12}">
      <dsp:nvSpPr>
        <dsp:cNvPr id="0" name=""/>
        <dsp:cNvSpPr/>
      </dsp:nvSpPr>
      <dsp:spPr>
        <a:xfrm>
          <a:off x="435542" y="3924093"/>
          <a:ext cx="791894" cy="79189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BCD13F-FCD0-43D2-9C21-27A481922C7F}">
      <dsp:nvSpPr>
        <dsp:cNvPr id="0" name=""/>
        <dsp:cNvSpPr/>
      </dsp:nvSpPr>
      <dsp:spPr>
        <a:xfrm>
          <a:off x="1662978" y="3600136"/>
          <a:ext cx="3944722" cy="14398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380" tIns="152380" rIns="152380" bIns="15238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/>
            <a:t>2023 - Mistral 7B</a:t>
          </a:r>
          <a:endParaRPr lang="en-US" sz="2500" kern="1200"/>
        </a:p>
      </dsp:txBody>
      <dsp:txXfrm>
        <a:off x="1662978" y="3600136"/>
        <a:ext cx="3944722" cy="1439808"/>
      </dsp:txXfrm>
    </dsp:sp>
    <dsp:sp modelId="{ED1AC51A-3799-42C9-B064-601A613F7AFD}">
      <dsp:nvSpPr>
        <dsp:cNvPr id="0" name=""/>
        <dsp:cNvSpPr/>
      </dsp:nvSpPr>
      <dsp:spPr>
        <a:xfrm>
          <a:off x="5607701" y="3600136"/>
          <a:ext cx="3158349" cy="14398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380" tIns="152380" rIns="152380" bIns="15238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/>
            <a:t>7 B 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/>
            <a:t>GPU + 6 Go VRAM + 2 Go HD</a:t>
          </a:r>
          <a:endParaRPr lang="en-US" sz="1700" kern="1200"/>
        </a:p>
      </dsp:txBody>
      <dsp:txXfrm>
        <a:off x="5607701" y="3600136"/>
        <a:ext cx="3158349" cy="143980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5515CE-96F1-4A27-9218-AA82FBA3D020}">
      <dsp:nvSpPr>
        <dsp:cNvPr id="0" name=""/>
        <dsp:cNvSpPr/>
      </dsp:nvSpPr>
      <dsp:spPr>
        <a:xfrm>
          <a:off x="0" y="448592"/>
          <a:ext cx="8766051" cy="1417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0343" tIns="520700" rIns="680343" bIns="17780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500" kern="1200"/>
            <a:t>47 B</a:t>
          </a:r>
          <a:endParaRPr lang="en-US" sz="2500" kern="120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500" kern="1200"/>
            <a:t>GPU + 48 Go RAM + 24 Go VRAM</a:t>
          </a:r>
          <a:endParaRPr lang="en-US" sz="2500" kern="1200"/>
        </a:p>
      </dsp:txBody>
      <dsp:txXfrm>
        <a:off x="0" y="448592"/>
        <a:ext cx="8766051" cy="1417500"/>
      </dsp:txXfrm>
    </dsp:sp>
    <dsp:sp modelId="{5AD67C6C-3CB6-48AB-B925-47CCBC7D4E5A}">
      <dsp:nvSpPr>
        <dsp:cNvPr id="0" name=""/>
        <dsp:cNvSpPr/>
      </dsp:nvSpPr>
      <dsp:spPr>
        <a:xfrm>
          <a:off x="438302" y="79592"/>
          <a:ext cx="6136235" cy="7380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31935" tIns="0" rIns="231935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/>
            <a:t>Mixtral 8x7B</a:t>
          </a:r>
          <a:endParaRPr lang="en-US" sz="2500" kern="1200"/>
        </a:p>
      </dsp:txBody>
      <dsp:txXfrm>
        <a:off x="474328" y="115618"/>
        <a:ext cx="6064183" cy="665948"/>
      </dsp:txXfrm>
    </dsp:sp>
    <dsp:sp modelId="{406F0C46-310E-4776-B131-202F5540C8D2}">
      <dsp:nvSpPr>
        <dsp:cNvPr id="0" name=""/>
        <dsp:cNvSpPr/>
      </dsp:nvSpPr>
      <dsp:spPr>
        <a:xfrm>
          <a:off x="0" y="2370092"/>
          <a:ext cx="8766051" cy="104343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0343" tIns="520700" rIns="680343" bIns="17780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500" kern="1200"/>
            <a:t>De 3B à 8B</a:t>
          </a:r>
          <a:endParaRPr lang="en-US" sz="2500" kern="1200"/>
        </a:p>
      </dsp:txBody>
      <dsp:txXfrm>
        <a:off x="0" y="2370092"/>
        <a:ext cx="8766051" cy="1043437"/>
      </dsp:txXfrm>
    </dsp:sp>
    <dsp:sp modelId="{68B1E12E-6024-40E3-8460-64DDD5977DA9}">
      <dsp:nvSpPr>
        <dsp:cNvPr id="0" name=""/>
        <dsp:cNvSpPr/>
      </dsp:nvSpPr>
      <dsp:spPr>
        <a:xfrm>
          <a:off x="438302" y="2001092"/>
          <a:ext cx="6136235" cy="7380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31935" tIns="0" rIns="231935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/>
            <a:t>Mistral Small</a:t>
          </a:r>
          <a:endParaRPr lang="en-US" sz="2500" kern="1200"/>
        </a:p>
      </dsp:txBody>
      <dsp:txXfrm>
        <a:off x="474328" y="2037118"/>
        <a:ext cx="6064183" cy="665948"/>
      </dsp:txXfrm>
    </dsp:sp>
    <dsp:sp modelId="{DF685ACD-B99D-49D1-8F9A-7CB6932B2CD9}">
      <dsp:nvSpPr>
        <dsp:cNvPr id="0" name=""/>
        <dsp:cNvSpPr/>
      </dsp:nvSpPr>
      <dsp:spPr>
        <a:xfrm>
          <a:off x="0" y="3917530"/>
          <a:ext cx="8766051" cy="104343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0343" tIns="520700" rIns="680343" bIns="17780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500" kern="1200"/>
            <a:t>Réputé le moins gourmand</a:t>
          </a:r>
          <a:endParaRPr lang="en-US" sz="2500" kern="1200"/>
        </a:p>
      </dsp:txBody>
      <dsp:txXfrm>
        <a:off x="0" y="3917530"/>
        <a:ext cx="8766051" cy="1043437"/>
      </dsp:txXfrm>
    </dsp:sp>
    <dsp:sp modelId="{9D7EF7DF-BB4E-4B7E-9E1B-EC18597E77A5}">
      <dsp:nvSpPr>
        <dsp:cNvPr id="0" name=""/>
        <dsp:cNvSpPr/>
      </dsp:nvSpPr>
      <dsp:spPr>
        <a:xfrm>
          <a:off x="438302" y="3548530"/>
          <a:ext cx="6136235" cy="7380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31935" tIns="0" rIns="231935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/>
            <a:t>Deep Seek</a:t>
          </a:r>
          <a:endParaRPr lang="en-US" sz="2500" kern="1200"/>
        </a:p>
      </dsp:txBody>
      <dsp:txXfrm>
        <a:off x="474328" y="3584556"/>
        <a:ext cx="6064183" cy="66594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D1BB5A-0C04-4913-9DA8-84A3FEE7095A}">
      <dsp:nvSpPr>
        <dsp:cNvPr id="0" name=""/>
        <dsp:cNvSpPr/>
      </dsp:nvSpPr>
      <dsp:spPr>
        <a:xfrm>
          <a:off x="0" y="819090"/>
          <a:ext cx="8766051" cy="151216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06E1A7-E858-4522-8EA4-F5F0DE20C724}">
      <dsp:nvSpPr>
        <dsp:cNvPr id="0" name=""/>
        <dsp:cNvSpPr/>
      </dsp:nvSpPr>
      <dsp:spPr>
        <a:xfrm>
          <a:off x="457430" y="1159328"/>
          <a:ext cx="831692" cy="83169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EFF36F-5F40-4D46-BE7C-3C6D2B443173}">
      <dsp:nvSpPr>
        <dsp:cNvPr id="0" name=""/>
        <dsp:cNvSpPr/>
      </dsp:nvSpPr>
      <dsp:spPr>
        <a:xfrm>
          <a:off x="1746554" y="819090"/>
          <a:ext cx="3944722" cy="15121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38" tIns="160038" rIns="160038" bIns="16003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/>
            <a:t>Les fournisseurs de LLM proposent des SaaS privatifs</a:t>
          </a:r>
          <a:endParaRPr lang="en-US" sz="2200" kern="1200"/>
        </a:p>
      </dsp:txBody>
      <dsp:txXfrm>
        <a:off x="1746554" y="819090"/>
        <a:ext cx="3944722" cy="1512168"/>
      </dsp:txXfrm>
    </dsp:sp>
    <dsp:sp modelId="{3EC854B7-D5DF-4DD2-97F9-2AD76CC73EDA}">
      <dsp:nvSpPr>
        <dsp:cNvPr id="0" name=""/>
        <dsp:cNvSpPr/>
      </dsp:nvSpPr>
      <dsp:spPr>
        <a:xfrm>
          <a:off x="5691276" y="819090"/>
          <a:ext cx="3074774" cy="15121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38" tIns="160038" rIns="160038" bIns="160038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/>
            <a:t>Tarifs TRES variables</a:t>
          </a:r>
          <a:endParaRPr lang="en-US" sz="1700" kern="1200"/>
        </a:p>
      </dsp:txBody>
      <dsp:txXfrm>
        <a:off x="5691276" y="819090"/>
        <a:ext cx="3074774" cy="1512168"/>
      </dsp:txXfrm>
    </dsp:sp>
    <dsp:sp modelId="{075EBBA1-E8F9-4A57-B94F-1C4017C2CC7A}">
      <dsp:nvSpPr>
        <dsp:cNvPr id="0" name=""/>
        <dsp:cNvSpPr/>
      </dsp:nvSpPr>
      <dsp:spPr>
        <a:xfrm>
          <a:off x="0" y="2709301"/>
          <a:ext cx="8766051" cy="151216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B17737-BBC0-40FF-A2FB-BBCA3105D3D7}">
      <dsp:nvSpPr>
        <dsp:cNvPr id="0" name=""/>
        <dsp:cNvSpPr/>
      </dsp:nvSpPr>
      <dsp:spPr>
        <a:xfrm>
          <a:off x="457430" y="3049538"/>
          <a:ext cx="831692" cy="83169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1E368C-A4D5-4009-B21E-8273F3D733EB}">
      <dsp:nvSpPr>
        <dsp:cNvPr id="0" name=""/>
        <dsp:cNvSpPr/>
      </dsp:nvSpPr>
      <dsp:spPr>
        <a:xfrm>
          <a:off x="1746554" y="2709301"/>
          <a:ext cx="3944722" cy="15121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38" tIns="160038" rIns="160038" bIns="16003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/>
            <a:t>Les fournisseurs de clouds classiques proposent des SaaS et PaaS des LLM open sources</a:t>
          </a:r>
          <a:endParaRPr lang="en-US" sz="2200" kern="1200"/>
        </a:p>
      </dsp:txBody>
      <dsp:txXfrm>
        <a:off x="1746554" y="2709301"/>
        <a:ext cx="3944722" cy="1512168"/>
      </dsp:txXfrm>
    </dsp:sp>
    <dsp:sp modelId="{A4C6D6CB-D74A-428C-879F-53818722A8C4}">
      <dsp:nvSpPr>
        <dsp:cNvPr id="0" name=""/>
        <dsp:cNvSpPr/>
      </dsp:nvSpPr>
      <dsp:spPr>
        <a:xfrm>
          <a:off x="5691276" y="2709301"/>
          <a:ext cx="3074774" cy="15121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38" tIns="160038" rIns="160038" bIns="160038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/>
            <a:t>AWS</a:t>
          </a:r>
          <a:endParaRPr lang="en-US" sz="1700" kern="120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/>
            <a:t>GCP</a:t>
          </a:r>
          <a:endParaRPr lang="en-US" sz="1700" kern="120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/>
            <a:t>Azure</a:t>
          </a:r>
          <a:endParaRPr lang="en-US" sz="1700" kern="1200"/>
        </a:p>
      </dsp:txBody>
      <dsp:txXfrm>
        <a:off x="5691276" y="2709301"/>
        <a:ext cx="3074774" cy="15121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/>
              <a:t>LLM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547664" y="2708920"/>
            <a:ext cx="6400800" cy="551554"/>
          </a:xfrm>
        </p:spPr>
        <p:txBody>
          <a:bodyPr/>
          <a:lstStyle/>
          <a:p>
            <a:pPr eaLnBrk="1" hangingPunct="1"/>
            <a:r>
              <a:rPr lang="fr-FR" altLang="fr-FR" dirty="0"/>
              <a:t>Les modes d'installation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4030824" y="1120676"/>
            <a:ext cx="10823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3600" dirty="0"/>
              <a:t>LLM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78A078-0F40-3ED4-C83D-8DF06AD24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Licence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48EF2CC-9148-82C7-DE44-FDDE294DB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Certains modèles sont propriétaires</a:t>
            </a:r>
          </a:p>
          <a:p>
            <a:pPr lvl="1"/>
            <a:r>
              <a:rPr lang="fr-FR" dirty="0" err="1"/>
              <a:t>OpenAI</a:t>
            </a:r>
            <a:endParaRPr lang="fr-FR" dirty="0"/>
          </a:p>
          <a:p>
            <a:pPr lvl="1"/>
            <a:r>
              <a:rPr lang="fr-FR" dirty="0" err="1"/>
              <a:t>Anthropic</a:t>
            </a:r>
            <a:r>
              <a:rPr lang="fr-FR" dirty="0"/>
              <a:t> Claude</a:t>
            </a:r>
          </a:p>
          <a:p>
            <a:pPr lvl="1"/>
            <a:r>
              <a:rPr lang="fr-FR" dirty="0"/>
              <a:t>Google Gemini</a:t>
            </a:r>
          </a:p>
          <a:p>
            <a:r>
              <a:rPr lang="fr-FR" dirty="0"/>
              <a:t>D'autres sont libres</a:t>
            </a:r>
          </a:p>
          <a:p>
            <a:pPr lvl="1"/>
            <a:r>
              <a:rPr lang="fr-FR" dirty="0"/>
              <a:t>Mistral</a:t>
            </a:r>
          </a:p>
          <a:p>
            <a:pPr lvl="1"/>
            <a:r>
              <a:rPr lang="fr-FR" dirty="0"/>
              <a:t>Deep </a:t>
            </a:r>
            <a:r>
              <a:rPr lang="fr-FR" dirty="0" err="1"/>
              <a:t>Seek</a:t>
            </a:r>
            <a:endParaRPr lang="fr-FR" dirty="0"/>
          </a:p>
          <a:p>
            <a:pPr lvl="1"/>
            <a:r>
              <a:rPr lang="fr-FR" dirty="0" err="1"/>
              <a:t>Qwen</a:t>
            </a:r>
            <a:r>
              <a:rPr lang="fr-FR" dirty="0"/>
              <a:t> (Alibaba)</a:t>
            </a:r>
          </a:p>
          <a:p>
            <a:pPr lvl="1"/>
            <a:r>
              <a:rPr lang="fr-FR" dirty="0" err="1"/>
              <a:t>Llama</a:t>
            </a:r>
            <a:r>
              <a:rPr lang="fr-FR" dirty="0"/>
              <a:t> (Meta)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92925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82E4F7-0A39-D461-BEB6-7AEB3760C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LLM non libres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B97E96-89E5-1FC0-E5F8-E3B7B3000B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Installation on </a:t>
            </a:r>
            <a:r>
              <a:rPr lang="fr-FR" dirty="0" err="1"/>
              <a:t>premise</a:t>
            </a:r>
            <a:r>
              <a:rPr lang="fr-FR" dirty="0"/>
              <a:t> quasi-impossible</a:t>
            </a:r>
          </a:p>
          <a:p>
            <a:pPr lvl="1"/>
            <a:r>
              <a:rPr lang="fr-FR" dirty="0"/>
              <a:t>Sauf contrat direct avec le LLM</a:t>
            </a:r>
          </a:p>
          <a:p>
            <a:r>
              <a:rPr lang="fr-FR" dirty="0"/>
              <a:t>Accès via API</a:t>
            </a:r>
          </a:p>
          <a:p>
            <a:pPr lvl="1"/>
            <a:r>
              <a:rPr lang="fr-FR" dirty="0"/>
              <a:t>Payant</a:t>
            </a:r>
          </a:p>
          <a:p>
            <a:pPr lvl="1"/>
            <a:r>
              <a:rPr lang="fr-FR" dirty="0"/>
              <a:t>RGPD ?</a:t>
            </a:r>
          </a:p>
        </p:txBody>
      </p:sp>
    </p:spTree>
    <p:extLst>
      <p:ext uri="{BB962C8B-B14F-4D97-AF65-F5344CB8AC3E}">
        <p14:creationId xmlns:p14="http://schemas.microsoft.com/office/powerpoint/2010/main" val="2897033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AFB44B-414F-0BBE-DE58-A7E995D45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LLM Libres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9616B0D-2E7B-ABBC-78DA-A52E442B9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Vérifier la licence</a:t>
            </a:r>
          </a:p>
          <a:p>
            <a:pPr lvl="1"/>
            <a:r>
              <a:rPr lang="fr-FR" dirty="0"/>
              <a:t>Doit être permissive (Apache, …)</a:t>
            </a:r>
          </a:p>
          <a:p>
            <a:r>
              <a:rPr lang="fr-FR" dirty="0"/>
              <a:t>Installation On </a:t>
            </a:r>
            <a:r>
              <a:rPr lang="fr-FR" dirty="0" err="1"/>
              <a:t>Premise</a:t>
            </a:r>
            <a:r>
              <a:rPr lang="fr-FR" dirty="0"/>
              <a:t>, IaaS ou </a:t>
            </a:r>
            <a:r>
              <a:rPr lang="fr-FR" dirty="0" err="1"/>
              <a:t>Paas</a:t>
            </a:r>
            <a:r>
              <a:rPr lang="fr-FR" dirty="0"/>
              <a:t> possible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52724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295113-ED2D-D9CD-2E38-57DB27DA3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modes d'installation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A1D4325-3A28-A8E3-B7A2-8EDA01E93D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On </a:t>
            </a:r>
            <a:r>
              <a:rPr lang="fr-FR" dirty="0" err="1"/>
              <a:t>Premise</a:t>
            </a:r>
            <a:r>
              <a:rPr lang="fr-FR" dirty="0"/>
              <a:t> 100% manuelle</a:t>
            </a:r>
          </a:p>
          <a:p>
            <a:r>
              <a:rPr lang="fr-FR" dirty="0"/>
              <a:t>Deep Learning</a:t>
            </a:r>
          </a:p>
          <a:p>
            <a:pPr lvl="1"/>
            <a:r>
              <a:rPr lang="fr-FR" dirty="0"/>
              <a:t>Python</a:t>
            </a:r>
          </a:p>
          <a:p>
            <a:pPr lvl="1"/>
            <a:r>
              <a:rPr lang="fr-FR" dirty="0" err="1"/>
              <a:t>Tensorflow</a:t>
            </a:r>
            <a:r>
              <a:rPr lang="fr-FR" dirty="0"/>
              <a:t> ou </a:t>
            </a:r>
            <a:r>
              <a:rPr lang="fr-FR" dirty="0" err="1"/>
              <a:t>Pytorch</a:t>
            </a:r>
            <a:endParaRPr lang="fr-FR" dirty="0"/>
          </a:p>
          <a:p>
            <a:pPr lvl="1"/>
            <a:r>
              <a:rPr lang="fr-FR" dirty="0" err="1"/>
              <a:t>Cuda</a:t>
            </a:r>
            <a:r>
              <a:rPr lang="fr-FR" dirty="0"/>
              <a:t> + </a:t>
            </a:r>
            <a:r>
              <a:rPr lang="fr-FR" dirty="0" err="1"/>
              <a:t>CuDNN</a:t>
            </a:r>
            <a:endParaRPr lang="fr-FR" dirty="0"/>
          </a:p>
          <a:p>
            <a:pPr lvl="1"/>
            <a:r>
              <a:rPr lang="fr-FR" dirty="0"/>
              <a:t>Drivers </a:t>
            </a:r>
            <a:r>
              <a:rPr lang="fr-FR" dirty="0" err="1"/>
              <a:t>Nvidia</a:t>
            </a:r>
            <a:endParaRPr lang="fr-FR" dirty="0"/>
          </a:p>
          <a:p>
            <a:r>
              <a:rPr lang="fr-FR" dirty="0"/>
              <a:t>LLM</a:t>
            </a:r>
          </a:p>
          <a:p>
            <a:pPr lvl="1"/>
            <a:r>
              <a:rPr lang="fr-FR" dirty="0"/>
              <a:t>Python</a:t>
            </a:r>
          </a:p>
          <a:p>
            <a:pPr lvl="1"/>
            <a:r>
              <a:rPr lang="fr-FR" dirty="0" err="1"/>
              <a:t>Pytorch</a:t>
            </a:r>
            <a:endParaRPr lang="fr-FR" dirty="0"/>
          </a:p>
          <a:p>
            <a:pPr lvl="1"/>
            <a:r>
              <a:rPr lang="fr-FR" dirty="0" err="1"/>
              <a:t>Cuda</a:t>
            </a:r>
            <a:r>
              <a:rPr lang="fr-FR" dirty="0"/>
              <a:t> + </a:t>
            </a:r>
            <a:r>
              <a:rPr lang="fr-FR" dirty="0" err="1"/>
              <a:t>CuDNN</a:t>
            </a:r>
            <a:endParaRPr lang="fr-FR" dirty="0"/>
          </a:p>
          <a:p>
            <a:pPr lvl="1"/>
            <a:r>
              <a:rPr lang="fr-FR" dirty="0"/>
              <a:t>Drivers </a:t>
            </a:r>
            <a:r>
              <a:rPr lang="fr-FR" dirty="0" err="1"/>
              <a:t>Nvidia</a:t>
            </a:r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28509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ABF05D-05B9-4099-9D23-0F6FE4460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HDF5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430C941-DEE0-16CF-8444-9EB95F1AB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Format très utilisé dans la sauvegarde des modèles de Deep Learning</a:t>
            </a:r>
          </a:p>
          <a:p>
            <a:pPr lvl="1"/>
            <a:r>
              <a:rPr lang="fr-FR" dirty="0"/>
              <a:t>*.h5</a:t>
            </a:r>
          </a:p>
          <a:p>
            <a:pPr lvl="1"/>
            <a:r>
              <a:rPr lang="fr-FR" dirty="0" err="1"/>
              <a:t>Tensorflow</a:t>
            </a:r>
            <a:endParaRPr lang="fr-FR" dirty="0"/>
          </a:p>
          <a:p>
            <a:pPr lvl="1"/>
            <a:r>
              <a:rPr lang="fr-FR" dirty="0"/>
              <a:t>Viewer : </a:t>
            </a:r>
            <a:r>
              <a:rPr lang="fr-FR" dirty="0" err="1"/>
              <a:t>Netron</a:t>
            </a:r>
            <a:endParaRPr lang="fr-FR" dirty="0"/>
          </a:p>
          <a:p>
            <a:r>
              <a:rPr lang="fr-FR" dirty="0"/>
              <a:t>Utilisation</a:t>
            </a:r>
          </a:p>
          <a:p>
            <a:pPr lvl="1"/>
            <a:r>
              <a:rPr lang="fr-FR" dirty="0"/>
              <a:t>model = </a:t>
            </a:r>
            <a:r>
              <a:rPr lang="fr-FR" dirty="0" err="1"/>
              <a:t>keras.model.load_models</a:t>
            </a:r>
            <a:r>
              <a:rPr lang="fr-FR" dirty="0"/>
              <a:t>(model.h5)</a:t>
            </a:r>
          </a:p>
          <a:p>
            <a:pPr lvl="1"/>
            <a:r>
              <a:rPr lang="fr-FR" dirty="0" err="1"/>
              <a:t>model.predict</a:t>
            </a:r>
            <a:r>
              <a:rPr lang="fr-FR" dirty="0"/>
              <a:t>(x)</a:t>
            </a:r>
          </a:p>
        </p:txBody>
      </p:sp>
    </p:spTree>
    <p:extLst>
      <p:ext uri="{BB962C8B-B14F-4D97-AF65-F5344CB8AC3E}">
        <p14:creationId xmlns:p14="http://schemas.microsoft.com/office/powerpoint/2010/main" val="3738879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10C1CB-40DF-6055-DE2E-AC58FE3E0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LLM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AAAED8-99AA-B60F-14E7-9F8C461F1C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LLM utilisent des architectures transformer en </a:t>
            </a:r>
            <a:r>
              <a:rPr lang="fr-FR" dirty="0" err="1"/>
              <a:t>PyTorch</a:t>
            </a:r>
            <a:r>
              <a:rPr lang="fr-FR" dirty="0"/>
              <a:t>, donc les poids sont distribués en .</a:t>
            </a:r>
            <a:r>
              <a:rPr lang="fr-FR" dirty="0" err="1"/>
              <a:t>safetensors</a:t>
            </a:r>
            <a:r>
              <a:rPr lang="fr-FR" dirty="0"/>
              <a:t> ou .bin</a:t>
            </a:r>
          </a:p>
          <a:p>
            <a:r>
              <a:rPr lang="fr-FR" dirty="0"/>
              <a:t>GGUF</a:t>
            </a:r>
          </a:p>
          <a:p>
            <a:pPr lvl="1"/>
            <a:r>
              <a:rPr lang="fr-FR" dirty="0"/>
              <a:t>Format </a:t>
            </a:r>
            <a:r>
              <a:rPr lang="fr-FR" dirty="0" err="1"/>
              <a:t>Quantisé</a:t>
            </a:r>
            <a:endParaRPr lang="fr-FR" dirty="0"/>
          </a:p>
          <a:p>
            <a:pPr lvl="1"/>
            <a:r>
              <a:rPr lang="fr-FR" dirty="0"/>
              <a:t>Réduction du modèle en 16 bits voir 8 bits</a:t>
            </a:r>
          </a:p>
        </p:txBody>
      </p:sp>
    </p:spTree>
    <p:extLst>
      <p:ext uri="{BB962C8B-B14F-4D97-AF65-F5344CB8AC3E}">
        <p14:creationId xmlns:p14="http://schemas.microsoft.com/office/powerpoint/2010/main" val="3968269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123AF0-48CF-61C6-627A-6F1EE19F0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Installation PIP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68BE616-609F-36D0-E2BB-EF111B7B9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pip install transformers accelerate torch </a:t>
            </a:r>
            <a:r>
              <a:rPr lang="en-US" sz="2400" dirty="0" err="1"/>
              <a:t>sentencepiece</a:t>
            </a:r>
            <a:endParaRPr lang="en-US" sz="2400" dirty="0"/>
          </a:p>
          <a:p>
            <a:r>
              <a:rPr lang="fr-FR" sz="2400" dirty="0" err="1"/>
              <a:t>from</a:t>
            </a:r>
            <a:r>
              <a:rPr lang="fr-FR" sz="2400" dirty="0"/>
              <a:t> </a:t>
            </a:r>
            <a:r>
              <a:rPr lang="fr-FR" sz="2400" dirty="0" err="1"/>
              <a:t>transformers</a:t>
            </a:r>
            <a:r>
              <a:rPr lang="fr-FR" sz="2400" dirty="0"/>
              <a:t> import </a:t>
            </a:r>
            <a:r>
              <a:rPr lang="fr-FR" sz="2400" dirty="0" err="1"/>
              <a:t>AutoModelForCausalLM</a:t>
            </a:r>
            <a:r>
              <a:rPr lang="fr-FR" sz="2400" dirty="0"/>
              <a:t>, </a:t>
            </a:r>
            <a:r>
              <a:rPr lang="fr-FR" sz="2400" dirty="0" err="1"/>
              <a:t>AutoTokenizer</a:t>
            </a:r>
            <a:endParaRPr lang="fr-FR" sz="2400" dirty="0"/>
          </a:p>
          <a:p>
            <a:r>
              <a:rPr lang="fr-FR" sz="2400" dirty="0" err="1"/>
              <a:t>model_id</a:t>
            </a:r>
            <a:r>
              <a:rPr lang="fr-FR" sz="2400" dirty="0"/>
              <a:t> = "</a:t>
            </a:r>
            <a:r>
              <a:rPr lang="fr-FR" sz="2400" dirty="0" err="1"/>
              <a:t>mistralai</a:t>
            </a:r>
            <a:r>
              <a:rPr lang="fr-FR" sz="2400" dirty="0"/>
              <a:t>/Mistral-7B-Instruct-v0.3" # 14Go</a:t>
            </a:r>
          </a:p>
          <a:p>
            <a:r>
              <a:rPr lang="fr-FR" sz="2400" dirty="0" err="1"/>
              <a:t>tokenizer</a:t>
            </a:r>
            <a:r>
              <a:rPr lang="fr-FR" sz="2400" dirty="0"/>
              <a:t> = </a:t>
            </a:r>
            <a:r>
              <a:rPr lang="fr-FR" sz="2400" dirty="0" err="1"/>
              <a:t>AutoTokenizer.from_pretrained</a:t>
            </a:r>
            <a:r>
              <a:rPr lang="fr-FR" sz="2400" dirty="0"/>
              <a:t>(</a:t>
            </a:r>
            <a:r>
              <a:rPr lang="fr-FR" sz="2400" dirty="0" err="1"/>
              <a:t>model_id</a:t>
            </a:r>
            <a:r>
              <a:rPr lang="fr-FR" sz="2400" dirty="0"/>
              <a:t>)</a:t>
            </a:r>
          </a:p>
          <a:p>
            <a:r>
              <a:rPr lang="fr-FR" sz="2400" dirty="0"/>
              <a:t>model = </a:t>
            </a:r>
            <a:r>
              <a:rPr lang="fr-FR" sz="2400" dirty="0" err="1"/>
              <a:t>AutoModelForCausalLM.from_pretrained</a:t>
            </a:r>
            <a:r>
              <a:rPr lang="fr-FR" sz="2400" dirty="0"/>
              <a:t>(</a:t>
            </a:r>
            <a:r>
              <a:rPr lang="fr-FR" sz="2400" dirty="0" err="1"/>
              <a:t>model_id</a:t>
            </a:r>
            <a:r>
              <a:rPr lang="fr-FR" sz="2400" dirty="0"/>
              <a:t>, </a:t>
            </a:r>
            <a:r>
              <a:rPr lang="fr-FR" sz="2400" dirty="0" err="1"/>
              <a:t>device_map</a:t>
            </a:r>
            <a:r>
              <a:rPr lang="fr-FR" sz="2400" dirty="0"/>
              <a:t>="auto")</a:t>
            </a:r>
          </a:p>
          <a:p>
            <a:r>
              <a:rPr lang="fr-FR" sz="2400" dirty="0"/>
              <a:t>inputs = </a:t>
            </a:r>
            <a:r>
              <a:rPr lang="fr-FR" sz="2400" dirty="0" err="1"/>
              <a:t>tokenizer</a:t>
            </a:r>
            <a:r>
              <a:rPr lang="fr-FR" sz="2400" dirty="0"/>
              <a:t>("Bonjour, expliques moi le on-</a:t>
            </a:r>
            <a:r>
              <a:rPr lang="fr-FR" sz="2400" dirty="0" err="1"/>
              <a:t>premise</a:t>
            </a:r>
            <a:r>
              <a:rPr lang="fr-FR" sz="2400" dirty="0"/>
              <a:t>", </a:t>
            </a:r>
            <a:r>
              <a:rPr lang="fr-FR" sz="2400" dirty="0" err="1"/>
              <a:t>return_tensors</a:t>
            </a:r>
            <a:r>
              <a:rPr lang="fr-FR" sz="2400" dirty="0"/>
              <a:t>="pt")</a:t>
            </a:r>
          </a:p>
          <a:p>
            <a:r>
              <a:rPr lang="fr-FR" sz="2400" dirty="0"/>
              <a:t>outputs = </a:t>
            </a:r>
            <a:r>
              <a:rPr lang="fr-FR" sz="2400" dirty="0" err="1"/>
              <a:t>model.generate</a:t>
            </a:r>
            <a:r>
              <a:rPr lang="fr-FR" sz="2400" dirty="0"/>
              <a:t>(**inputs, </a:t>
            </a:r>
            <a:r>
              <a:rPr lang="fr-FR" sz="2400" dirty="0" err="1"/>
              <a:t>max_new_tokens</a:t>
            </a:r>
            <a:r>
              <a:rPr lang="fr-FR" sz="2400" dirty="0"/>
              <a:t>=200)</a:t>
            </a:r>
          </a:p>
          <a:p>
            <a:r>
              <a:rPr lang="fr-FR" sz="2400" dirty="0" err="1"/>
              <a:t>print</a:t>
            </a:r>
            <a:r>
              <a:rPr lang="fr-FR" sz="2400" dirty="0"/>
              <a:t>(</a:t>
            </a:r>
            <a:r>
              <a:rPr lang="fr-FR" sz="2400" dirty="0" err="1"/>
              <a:t>tokenizer.decode</a:t>
            </a:r>
            <a:r>
              <a:rPr lang="fr-FR" sz="2400" dirty="0"/>
              <a:t>(outputs[0]))</a:t>
            </a:r>
          </a:p>
        </p:txBody>
      </p:sp>
    </p:spTree>
    <p:extLst>
      <p:ext uri="{BB962C8B-B14F-4D97-AF65-F5344CB8AC3E}">
        <p14:creationId xmlns:p14="http://schemas.microsoft.com/office/powerpoint/2010/main" val="3072389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7AD6C3-E38E-ABA9-DD1C-91345306C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containeurs légers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590D078-0009-69E9-237C-48E99CAF7F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L'installation On </a:t>
            </a:r>
            <a:r>
              <a:rPr lang="fr-FR" dirty="0" err="1"/>
              <a:t>Premise</a:t>
            </a:r>
            <a:r>
              <a:rPr lang="fr-FR" dirty="0"/>
              <a:t> 100% manuelle est complexe</a:t>
            </a:r>
          </a:p>
          <a:p>
            <a:r>
              <a:rPr lang="fr-FR" dirty="0"/>
              <a:t>Il existe des alternatives On </a:t>
            </a:r>
            <a:r>
              <a:rPr lang="fr-FR" dirty="0" err="1"/>
              <a:t>Premise</a:t>
            </a:r>
            <a:r>
              <a:rPr lang="fr-FR" dirty="0"/>
              <a:t> PaaS et IaaS</a:t>
            </a:r>
          </a:p>
          <a:p>
            <a:pPr lvl="1"/>
            <a:r>
              <a:rPr lang="fr-FR" dirty="0"/>
              <a:t>Docker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35293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41633A-6853-1D6F-841D-AB010D4E1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Docker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E10079-38C6-0043-8D31-BBBE8684CD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Créé par un Français !</a:t>
            </a:r>
          </a:p>
          <a:p>
            <a:r>
              <a:rPr lang="fr-FR" dirty="0"/>
              <a:t>Linux : apt-get docker</a:t>
            </a:r>
          </a:p>
          <a:p>
            <a:r>
              <a:rPr lang="fr-FR" dirty="0"/>
              <a:t>Windows</a:t>
            </a:r>
          </a:p>
          <a:p>
            <a:pPr lvl="1"/>
            <a:r>
              <a:rPr lang="fr-FR" dirty="0"/>
              <a:t>WSL2</a:t>
            </a:r>
          </a:p>
          <a:p>
            <a:pPr lvl="1"/>
            <a:r>
              <a:rPr lang="fr-FR" dirty="0"/>
              <a:t>Docker Desktop</a:t>
            </a:r>
          </a:p>
        </p:txBody>
      </p:sp>
      <p:pic>
        <p:nvPicPr>
          <p:cNvPr id="6146" name="Picture 2" descr="Logo de Docker">
            <a:extLst>
              <a:ext uri="{FF2B5EF4-FFF2-40B4-BE49-F238E27FC236}">
                <a16:creationId xmlns:a16="http://schemas.microsoft.com/office/drawing/2014/main" id="{1EED51C3-4467-3DDA-ACB0-362A8440C6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5149" y="1166480"/>
            <a:ext cx="4230414" cy="3033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652788F8-C058-9DB6-2EC7-F4CA5B4F17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5686" y="4446567"/>
            <a:ext cx="6638925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49178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5BA505-8888-ACAE-75B0-5012D3B60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Docker Hub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ED00AD1-5AD7-0EAE-40C6-C2D0DE05B9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Image docker </a:t>
            </a:r>
            <a:r>
              <a:rPr lang="fr-FR" dirty="0" err="1"/>
              <a:t>pré-fabriqués</a:t>
            </a:r>
            <a:endParaRPr lang="fr-FR" dirty="0"/>
          </a:p>
          <a:p>
            <a:r>
              <a:rPr lang="fr-FR" dirty="0"/>
              <a:t>FROM python3.10.1-slim as base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8BC140C-08BC-DAE0-C056-18072E3D6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824" y="3356992"/>
            <a:ext cx="2522439" cy="1623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5307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A97A73-A818-F21B-0D01-95E80BC38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Docker Compose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12F011-3FE0-614B-055C-B7FCB1CF0A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Permet de composer plusieurs Dockers</a:t>
            </a:r>
          </a:p>
          <a:p>
            <a:r>
              <a:rPr lang="fr-FR" dirty="0"/>
              <a:t>Permet de faire du Network </a:t>
            </a:r>
            <a:r>
              <a:rPr lang="fr-FR" dirty="0" err="1"/>
              <a:t>Adress</a:t>
            </a:r>
            <a:r>
              <a:rPr lang="fr-FR" dirty="0"/>
              <a:t> </a:t>
            </a:r>
            <a:r>
              <a:rPr lang="fr-FR" dirty="0" err="1"/>
              <a:t>Translating</a:t>
            </a:r>
            <a:endParaRPr lang="fr-FR" dirty="0"/>
          </a:p>
          <a:p>
            <a:r>
              <a:rPr lang="fr-FR" dirty="0"/>
              <a:t>Fichier YAML</a:t>
            </a:r>
          </a:p>
          <a:p>
            <a:r>
              <a:rPr lang="fr-FR" dirty="0"/>
              <a:t>Docker-compose up --</a:t>
            </a:r>
            <a:r>
              <a:rPr lang="fr-FR" dirty="0" err="1"/>
              <a:t>build</a:t>
            </a:r>
            <a:endParaRPr lang="fr-FR" dirty="0"/>
          </a:p>
          <a:p>
            <a:endParaRPr lang="fr-FR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6A286A75-D13D-424E-8C96-BD1FE1FEDE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4077072"/>
            <a:ext cx="6638925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13398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3D7921-A679-B485-5477-B1782C26E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Docker Compose simple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BA289A-6417-EE10-AD79-0A1435243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1 seul service</a:t>
            </a:r>
          </a:p>
          <a:p>
            <a:pPr marL="0" indent="0">
              <a:buNone/>
            </a:pP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version: '3.1'</a:t>
            </a:r>
          </a:p>
          <a:p>
            <a:pPr marL="0" indent="0">
              <a:buNone/>
            </a:pP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services:</a:t>
            </a:r>
          </a:p>
          <a:p>
            <a:pPr marL="0" indent="0">
              <a:buNone/>
            </a:pP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dl_api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build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context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: .</a:t>
            </a:r>
          </a:p>
          <a:p>
            <a:pPr marL="0" indent="0">
              <a:buNone/>
            </a:pP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   ports:</a:t>
            </a:r>
          </a:p>
          <a:p>
            <a:pPr marL="0" indent="0">
              <a:buNone/>
            </a:pP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     - 5000:5000</a:t>
            </a:r>
          </a:p>
        </p:txBody>
      </p:sp>
    </p:spTree>
    <p:extLst>
      <p:ext uri="{BB962C8B-B14F-4D97-AF65-F5344CB8AC3E}">
        <p14:creationId xmlns:p14="http://schemas.microsoft.com/office/powerpoint/2010/main" val="24283743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A4B8B6-730D-1D4A-0B9F-1D0569FCE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Orchestration des services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C2155D2-6BC2-7442-F29F-0D87FD401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EF51BC0-7F4A-7D68-134E-962DD76E0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407993"/>
            <a:ext cx="3017782" cy="4877223"/>
          </a:xfrm>
          <a:prstGeom prst="rect">
            <a:avLst/>
          </a:prstGeom>
        </p:spPr>
      </p:pic>
      <p:pic>
        <p:nvPicPr>
          <p:cNvPr id="9218" name="Picture 2" descr="Structure de notre Docker Compose">
            <a:extLst>
              <a:ext uri="{FF2B5EF4-FFF2-40B4-BE49-F238E27FC236}">
                <a16:creationId xmlns:a16="http://schemas.microsoft.com/office/drawing/2014/main" id="{74137461-F646-3164-225E-86C6BE79F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4218" y="2059910"/>
            <a:ext cx="5096973" cy="3573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04468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C0E83E-CD7B-4F40-F772-9308A94ED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Docker compose multi fichiers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59FF02A-52A5-1E07-9F68-2D1A2C99A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Permet d’avoir plusieurs environnements de docker</a:t>
            </a:r>
          </a:p>
          <a:p>
            <a:r>
              <a:rPr lang="fr-FR" dirty="0"/>
              <a:t>Permet d’avoir des dockers compose de noms différents</a:t>
            </a:r>
          </a:p>
          <a:p>
            <a:r>
              <a:rPr lang="fr-FR" dirty="0"/>
              <a:t>docker-compose -f docker-</a:t>
            </a:r>
            <a:r>
              <a:rPr lang="fr-FR" dirty="0" err="1"/>
              <a:t>compose.yml</a:t>
            </a:r>
            <a:r>
              <a:rPr lang="fr-FR" dirty="0"/>
              <a:t> -f docker-</a:t>
            </a:r>
            <a:r>
              <a:rPr lang="fr-FR" dirty="0" err="1"/>
              <a:t>compose.test.yml</a:t>
            </a:r>
            <a:r>
              <a:rPr lang="fr-FR" dirty="0"/>
              <a:t> up –d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015142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0BF4FC-E890-FA16-9F6E-515C9AC5A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Docker Hub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760BF4F-0272-BBEF-BDFF-EF821C0D9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Permet d’exposer nos images dans le cloud</a:t>
            </a:r>
          </a:p>
          <a:p>
            <a:pPr lvl="1"/>
            <a:r>
              <a:rPr lang="fr-FR" dirty="0"/>
              <a:t>Très pratique pour </a:t>
            </a:r>
            <a:r>
              <a:rPr lang="fr-FR" dirty="0" err="1"/>
              <a:t>Kubernetes</a:t>
            </a:r>
            <a:endParaRPr lang="fr-FR" dirty="0"/>
          </a:p>
          <a:p>
            <a:pPr lvl="1"/>
            <a:r>
              <a:rPr lang="fr-FR" dirty="0"/>
              <a:t>Enregistrement dans Docker obligatoire</a:t>
            </a:r>
          </a:p>
          <a:p>
            <a:pPr lvl="1"/>
            <a:r>
              <a:rPr lang="fr-FR" dirty="0"/>
              <a:t>app.docker.com</a:t>
            </a:r>
          </a:p>
          <a:p>
            <a:pPr lvl="1"/>
            <a:r>
              <a:rPr lang="fr-FR" dirty="0"/>
              <a:t>Créer un repository sur hub.docker.com</a:t>
            </a:r>
          </a:p>
          <a:p>
            <a:pPr lvl="1"/>
            <a:r>
              <a:rPr lang="en-US" dirty="0"/>
              <a:t>docker build -t &lt;username&gt;/my-repo</a:t>
            </a:r>
          </a:p>
          <a:p>
            <a:pPr lvl="1"/>
            <a:r>
              <a:rPr lang="en-US" dirty="0"/>
              <a:t>docker run -t &lt;</a:t>
            </a:r>
            <a:r>
              <a:rPr lang="en-US" dirty="0" err="1"/>
              <a:t>your_username</a:t>
            </a:r>
            <a:r>
              <a:rPr lang="en-US" dirty="0"/>
              <a:t>&gt;/my-repo</a:t>
            </a:r>
          </a:p>
          <a:p>
            <a:pPr lvl="1"/>
            <a:r>
              <a:rPr lang="en-US" dirty="0"/>
              <a:t>docker push -t &lt;</a:t>
            </a:r>
            <a:r>
              <a:rPr lang="en-US" dirty="0" err="1"/>
              <a:t>your_username</a:t>
            </a:r>
            <a:r>
              <a:rPr lang="en-US" dirty="0"/>
              <a:t>&gt;/my-repo</a:t>
            </a:r>
          </a:p>
          <a:p>
            <a:r>
              <a:rPr lang="en-US" dirty="0"/>
              <a:t>Pour </a:t>
            </a:r>
            <a:r>
              <a:rPr lang="en-US" dirty="0" err="1"/>
              <a:t>l’utiliser</a:t>
            </a:r>
            <a:endParaRPr lang="en-US" dirty="0"/>
          </a:p>
          <a:p>
            <a:pPr lvl="1"/>
            <a:r>
              <a:rPr lang="en-US" dirty="0"/>
              <a:t>Docker pull &lt;</a:t>
            </a:r>
            <a:r>
              <a:rPr lang="en-US" dirty="0" err="1"/>
              <a:t>your_username</a:t>
            </a:r>
            <a:r>
              <a:rPr lang="en-US" dirty="0"/>
              <a:t>&gt;/my-repo</a:t>
            </a:r>
          </a:p>
          <a:p>
            <a:pPr lvl="1"/>
            <a:r>
              <a:rPr lang="en-US" dirty="0"/>
              <a:t>FROM &lt;</a:t>
            </a:r>
            <a:r>
              <a:rPr lang="en-US" dirty="0" err="1"/>
              <a:t>your_username</a:t>
            </a:r>
            <a:r>
              <a:rPr lang="en-US" dirty="0"/>
              <a:t>&gt;/my-repo</a:t>
            </a:r>
          </a:p>
          <a:p>
            <a:pPr lvl="1"/>
            <a:endParaRPr lang="en-US" dirty="0"/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947817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A594F3-CEE1-D1CE-3ACC-70B17ADCC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Orchestration avancée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5FBF375-8B92-7C6F-0587-A87A4B6A1A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Network </a:t>
            </a:r>
            <a:r>
              <a:rPr lang="fr-FR" dirty="0" err="1"/>
              <a:t>Load</a:t>
            </a:r>
            <a:r>
              <a:rPr lang="fr-FR" dirty="0"/>
              <a:t> Balancing</a:t>
            </a:r>
          </a:p>
          <a:p>
            <a:pPr lvl="1"/>
            <a:r>
              <a:rPr lang="fr-FR" dirty="0"/>
              <a:t>Up </a:t>
            </a:r>
            <a:r>
              <a:rPr lang="fr-FR" dirty="0" err="1"/>
              <a:t>Scaling</a:t>
            </a:r>
            <a:endParaRPr lang="fr-FR" dirty="0"/>
          </a:p>
          <a:p>
            <a:pPr lvl="1"/>
            <a:r>
              <a:rPr lang="fr-FR" dirty="0"/>
              <a:t>Par horaire</a:t>
            </a:r>
          </a:p>
          <a:p>
            <a:pPr lvl="1"/>
            <a:r>
              <a:rPr lang="fr-FR" dirty="0"/>
              <a:t>Par charge</a:t>
            </a:r>
          </a:p>
          <a:p>
            <a:pPr lvl="1"/>
            <a:r>
              <a:rPr lang="fr-FR" dirty="0"/>
              <a:t>Gestion de la panne</a:t>
            </a:r>
          </a:p>
          <a:p>
            <a:r>
              <a:rPr lang="fr-FR" dirty="0"/>
              <a:t>Mise en production à chaud</a:t>
            </a:r>
          </a:p>
          <a:p>
            <a:r>
              <a:rPr lang="fr-FR" dirty="0"/>
              <a:t>Solutions Cloud</a:t>
            </a:r>
          </a:p>
          <a:p>
            <a:r>
              <a:rPr lang="fr-FR" dirty="0" err="1"/>
              <a:t>Kubernetes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906094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2597B5-57A1-7EE6-5EF9-12F1E8AD6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Mistral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9A993A4-0223-7421-F9B7-D26CCC7F1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sz="1600" dirty="0"/>
              <a:t>services:</a:t>
            </a:r>
          </a:p>
          <a:p>
            <a:pPr marL="0" indent="0">
              <a:buNone/>
            </a:pPr>
            <a:r>
              <a:rPr lang="fr-FR" sz="1600" dirty="0"/>
              <a:t>  </a:t>
            </a:r>
            <a:r>
              <a:rPr lang="fr-FR" sz="1600" dirty="0" err="1"/>
              <a:t>ollama</a:t>
            </a:r>
            <a:r>
              <a:rPr lang="fr-FR" sz="1600" dirty="0"/>
              <a:t>:</a:t>
            </a:r>
          </a:p>
          <a:p>
            <a:pPr marL="0" indent="0">
              <a:buNone/>
            </a:pPr>
            <a:r>
              <a:rPr lang="fr-FR" sz="1600" dirty="0"/>
              <a:t>    image: </a:t>
            </a:r>
            <a:r>
              <a:rPr lang="fr-FR" sz="1600" dirty="0" err="1"/>
              <a:t>ollama</a:t>
            </a:r>
            <a:r>
              <a:rPr lang="fr-FR" sz="1600" dirty="0"/>
              <a:t>/</a:t>
            </a:r>
            <a:r>
              <a:rPr lang="fr-FR" sz="1600" dirty="0" err="1"/>
              <a:t>ollama</a:t>
            </a:r>
            <a:endParaRPr lang="fr-FR" sz="1600" dirty="0"/>
          </a:p>
          <a:p>
            <a:pPr marL="0" indent="0">
              <a:buNone/>
            </a:pPr>
            <a:r>
              <a:rPr lang="fr-FR" sz="1600" dirty="0"/>
              <a:t>    </a:t>
            </a:r>
            <a:r>
              <a:rPr lang="fr-FR" sz="1600" dirty="0" err="1"/>
              <a:t>container_name</a:t>
            </a:r>
            <a:r>
              <a:rPr lang="fr-FR" sz="1600" dirty="0"/>
              <a:t>: </a:t>
            </a:r>
            <a:r>
              <a:rPr lang="fr-FR" sz="1600" dirty="0" err="1"/>
              <a:t>ollama</a:t>
            </a:r>
            <a:endParaRPr lang="fr-FR" sz="1600" dirty="0"/>
          </a:p>
          <a:p>
            <a:pPr marL="0" indent="0">
              <a:buNone/>
            </a:pPr>
            <a:r>
              <a:rPr lang="fr-FR" sz="1600" dirty="0"/>
              <a:t>    restart: </a:t>
            </a:r>
            <a:r>
              <a:rPr lang="fr-FR" sz="1600" dirty="0" err="1"/>
              <a:t>unless-stopped</a:t>
            </a:r>
            <a:endParaRPr lang="fr-FR" sz="1600" dirty="0"/>
          </a:p>
          <a:p>
            <a:pPr marL="0" indent="0">
              <a:buNone/>
            </a:pPr>
            <a:r>
              <a:rPr lang="fr-FR" sz="1600" dirty="0"/>
              <a:t>    ports:</a:t>
            </a:r>
          </a:p>
          <a:p>
            <a:pPr marL="0" indent="0">
              <a:buNone/>
            </a:pPr>
            <a:r>
              <a:rPr lang="fr-FR" sz="1600" dirty="0"/>
              <a:t>      - "11434:11434"</a:t>
            </a:r>
          </a:p>
          <a:p>
            <a:pPr marL="0" indent="0">
              <a:buNone/>
            </a:pPr>
            <a:r>
              <a:rPr lang="fr-FR" sz="1600" dirty="0"/>
              <a:t>    volumes:</a:t>
            </a:r>
          </a:p>
          <a:p>
            <a:pPr marL="0" indent="0">
              <a:buNone/>
            </a:pPr>
            <a:r>
              <a:rPr lang="fr-FR" sz="1600" dirty="0"/>
              <a:t>      - </a:t>
            </a:r>
            <a:r>
              <a:rPr lang="fr-FR" sz="1600" dirty="0" err="1"/>
              <a:t>ollama_data</a:t>
            </a:r>
            <a:r>
              <a:rPr lang="fr-FR" sz="1600" dirty="0"/>
              <a:t>:/root/.</a:t>
            </a:r>
            <a:r>
              <a:rPr lang="fr-FR" sz="1600" dirty="0" err="1"/>
              <a:t>ollama</a:t>
            </a:r>
            <a:endParaRPr lang="fr-FR" sz="1600" dirty="0"/>
          </a:p>
          <a:p>
            <a:pPr marL="0" indent="0">
              <a:buNone/>
            </a:pPr>
            <a:r>
              <a:rPr lang="fr-FR" sz="1600" dirty="0"/>
              <a:t>  </a:t>
            </a:r>
            <a:r>
              <a:rPr lang="fr-FR" sz="1600" dirty="0" err="1"/>
              <a:t>ollama</a:t>
            </a:r>
            <a:r>
              <a:rPr lang="fr-FR" sz="1600" dirty="0"/>
              <a:t>-init:</a:t>
            </a:r>
          </a:p>
          <a:p>
            <a:pPr marL="0" indent="0">
              <a:buNone/>
            </a:pPr>
            <a:r>
              <a:rPr lang="fr-FR" sz="1600" dirty="0"/>
              <a:t>    image: </a:t>
            </a:r>
            <a:r>
              <a:rPr lang="fr-FR" sz="1600" dirty="0" err="1"/>
              <a:t>ollama</a:t>
            </a:r>
            <a:r>
              <a:rPr lang="fr-FR" sz="1600" dirty="0"/>
              <a:t>/</a:t>
            </a:r>
            <a:r>
              <a:rPr lang="fr-FR" sz="1600" dirty="0" err="1"/>
              <a:t>ollama</a:t>
            </a:r>
            <a:endParaRPr lang="fr-FR" sz="1600" dirty="0"/>
          </a:p>
          <a:p>
            <a:pPr marL="0" indent="0">
              <a:buNone/>
            </a:pPr>
            <a:r>
              <a:rPr lang="fr-FR" sz="1600" dirty="0"/>
              <a:t>    </a:t>
            </a:r>
            <a:r>
              <a:rPr lang="fr-FR" sz="1600" dirty="0" err="1"/>
              <a:t>container_name</a:t>
            </a:r>
            <a:r>
              <a:rPr lang="fr-FR" sz="1600" dirty="0"/>
              <a:t>: </a:t>
            </a:r>
            <a:r>
              <a:rPr lang="fr-FR" sz="1600" dirty="0" err="1"/>
              <a:t>ollama</a:t>
            </a:r>
            <a:r>
              <a:rPr lang="fr-FR" sz="1600" dirty="0"/>
              <a:t>-init</a:t>
            </a:r>
          </a:p>
          <a:p>
            <a:pPr marL="0" indent="0">
              <a:buNone/>
            </a:pPr>
            <a:r>
              <a:rPr lang="fr-FR" sz="1600" dirty="0"/>
              <a:t>    </a:t>
            </a:r>
            <a:r>
              <a:rPr lang="fr-FR" sz="1600" dirty="0" err="1"/>
              <a:t>depends_on</a:t>
            </a:r>
            <a:r>
              <a:rPr lang="fr-FR" sz="1600" dirty="0"/>
              <a:t>:</a:t>
            </a:r>
          </a:p>
          <a:p>
            <a:pPr marL="0" indent="0">
              <a:buNone/>
            </a:pPr>
            <a:r>
              <a:rPr lang="fr-FR" sz="1600" dirty="0"/>
              <a:t>      - </a:t>
            </a:r>
            <a:r>
              <a:rPr lang="fr-FR" sz="1600" dirty="0" err="1"/>
              <a:t>ollama</a:t>
            </a:r>
            <a:endParaRPr lang="fr-FR" sz="1600" dirty="0"/>
          </a:p>
          <a:p>
            <a:pPr marL="0" indent="0">
              <a:buNone/>
            </a:pPr>
            <a:r>
              <a:rPr lang="fr-FR" sz="1600" dirty="0"/>
              <a:t>    </a:t>
            </a:r>
            <a:r>
              <a:rPr lang="fr-FR" sz="1600" dirty="0" err="1"/>
              <a:t>entrypoint</a:t>
            </a:r>
            <a:r>
              <a:rPr lang="fr-FR" sz="1600" dirty="0"/>
              <a:t>: &gt;</a:t>
            </a:r>
          </a:p>
          <a:p>
            <a:pPr marL="0" indent="0">
              <a:buNone/>
            </a:pPr>
            <a:r>
              <a:rPr lang="fr-FR" sz="1600" dirty="0"/>
              <a:t>      sh -c "</a:t>
            </a:r>
            <a:r>
              <a:rPr lang="fr-FR" sz="1600" dirty="0" err="1"/>
              <a:t>sleep</a:t>
            </a:r>
            <a:r>
              <a:rPr lang="fr-FR" sz="1600" dirty="0"/>
              <a:t> 5 &amp;&amp; </a:t>
            </a:r>
            <a:r>
              <a:rPr lang="fr-FR" sz="1600" dirty="0" err="1"/>
              <a:t>ollama</a:t>
            </a:r>
            <a:r>
              <a:rPr lang="fr-FR" sz="1600" dirty="0"/>
              <a:t> pull mistral"</a:t>
            </a:r>
          </a:p>
          <a:p>
            <a:pPr marL="0" indent="0">
              <a:buNone/>
            </a:pPr>
            <a:r>
              <a:rPr lang="fr-FR" sz="1600" dirty="0"/>
              <a:t>    </a:t>
            </a:r>
            <a:r>
              <a:rPr lang="fr-FR" sz="1600" dirty="0" err="1"/>
              <a:t>environment</a:t>
            </a:r>
            <a:r>
              <a:rPr lang="fr-FR" sz="1600" dirty="0"/>
              <a:t>:</a:t>
            </a:r>
          </a:p>
          <a:p>
            <a:pPr marL="0" indent="0">
              <a:buNone/>
            </a:pPr>
            <a:r>
              <a:rPr lang="fr-FR" sz="1600" dirty="0"/>
              <a:t>      - OLLAMA_HOST=http://ollama:11434</a:t>
            </a:r>
          </a:p>
          <a:p>
            <a:pPr marL="0" indent="0">
              <a:buNone/>
            </a:pPr>
            <a:r>
              <a:rPr lang="fr-FR" sz="1600" dirty="0"/>
              <a:t>    restart: "no"</a:t>
            </a:r>
          </a:p>
          <a:p>
            <a:pPr marL="0" indent="0">
              <a:buNone/>
            </a:pP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25698370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828210-3646-3C50-29B2-E4647B0F0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Web UI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C382D10-5F99-09DE-BE4E-6FD20B04D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sz="2000" dirty="0"/>
              <a:t>open-</a:t>
            </a:r>
            <a:r>
              <a:rPr lang="fr-FR" sz="2000" dirty="0" err="1"/>
              <a:t>webui</a:t>
            </a:r>
            <a:r>
              <a:rPr lang="fr-FR" sz="2000" dirty="0"/>
              <a:t>:</a:t>
            </a:r>
          </a:p>
          <a:p>
            <a:pPr marL="0" indent="0">
              <a:buNone/>
            </a:pPr>
            <a:r>
              <a:rPr lang="fr-FR" sz="2000" dirty="0"/>
              <a:t>    image: ghcr.io/open-</a:t>
            </a:r>
            <a:r>
              <a:rPr lang="fr-FR" sz="2000" dirty="0" err="1"/>
              <a:t>webui</a:t>
            </a:r>
            <a:r>
              <a:rPr lang="fr-FR" sz="2000" dirty="0"/>
              <a:t>/</a:t>
            </a:r>
            <a:r>
              <a:rPr lang="fr-FR" sz="2000" dirty="0" err="1"/>
              <a:t>open-webui:main</a:t>
            </a:r>
            <a:endParaRPr lang="fr-FR" sz="2000" dirty="0"/>
          </a:p>
          <a:p>
            <a:pPr marL="0" indent="0">
              <a:buNone/>
            </a:pPr>
            <a:r>
              <a:rPr lang="fr-FR" sz="2000" dirty="0"/>
              <a:t>    </a:t>
            </a:r>
            <a:r>
              <a:rPr lang="fr-FR" sz="2000" dirty="0" err="1"/>
              <a:t>container_name</a:t>
            </a:r>
            <a:r>
              <a:rPr lang="fr-FR" sz="2000" dirty="0"/>
              <a:t>: open-</a:t>
            </a:r>
            <a:r>
              <a:rPr lang="fr-FR" sz="2000" dirty="0" err="1"/>
              <a:t>webui</a:t>
            </a:r>
            <a:endParaRPr lang="fr-FR" sz="2000" dirty="0"/>
          </a:p>
          <a:p>
            <a:pPr marL="0" indent="0">
              <a:buNone/>
            </a:pPr>
            <a:r>
              <a:rPr lang="fr-FR" sz="2000" dirty="0"/>
              <a:t>    restart: </a:t>
            </a:r>
            <a:r>
              <a:rPr lang="fr-FR" sz="2000" dirty="0" err="1"/>
              <a:t>unless-stopped</a:t>
            </a:r>
            <a:endParaRPr lang="fr-FR" sz="2000" dirty="0"/>
          </a:p>
          <a:p>
            <a:pPr marL="0" indent="0">
              <a:buNone/>
            </a:pPr>
            <a:r>
              <a:rPr lang="fr-FR" sz="2000" dirty="0"/>
              <a:t>    ports:</a:t>
            </a:r>
          </a:p>
          <a:p>
            <a:pPr marL="0" indent="0">
              <a:buNone/>
            </a:pPr>
            <a:r>
              <a:rPr lang="fr-FR" sz="2000" dirty="0"/>
              <a:t>      - "3000:8080"</a:t>
            </a:r>
          </a:p>
          <a:p>
            <a:pPr marL="0" indent="0">
              <a:buNone/>
            </a:pPr>
            <a:r>
              <a:rPr lang="fr-FR" sz="2000" dirty="0"/>
              <a:t>    </a:t>
            </a:r>
            <a:r>
              <a:rPr lang="fr-FR" sz="2000" dirty="0" err="1"/>
              <a:t>environment</a:t>
            </a:r>
            <a:r>
              <a:rPr lang="fr-FR" sz="2000" dirty="0"/>
              <a:t>:</a:t>
            </a:r>
          </a:p>
          <a:p>
            <a:pPr marL="0" indent="0">
              <a:buNone/>
            </a:pPr>
            <a:r>
              <a:rPr lang="fr-FR" sz="2000" dirty="0"/>
              <a:t>      - OLLAMA_BASE_URL=http://ollama:11434</a:t>
            </a:r>
          </a:p>
          <a:p>
            <a:pPr marL="0" indent="0">
              <a:buNone/>
            </a:pPr>
            <a:r>
              <a:rPr lang="fr-FR" sz="2000" dirty="0"/>
              <a:t>    volumes:</a:t>
            </a:r>
          </a:p>
          <a:p>
            <a:pPr marL="0" indent="0">
              <a:buNone/>
            </a:pPr>
            <a:r>
              <a:rPr lang="fr-FR" sz="2000" dirty="0"/>
              <a:t>      - </a:t>
            </a:r>
            <a:r>
              <a:rPr lang="fr-FR" sz="2000" dirty="0" err="1"/>
              <a:t>open_webui_data</a:t>
            </a:r>
            <a:r>
              <a:rPr lang="fr-FR" sz="2000" dirty="0"/>
              <a:t>:/app/backend/data</a:t>
            </a:r>
          </a:p>
          <a:p>
            <a:pPr marL="0" indent="0">
              <a:buNone/>
            </a:pPr>
            <a:r>
              <a:rPr lang="fr-FR" sz="2000" dirty="0"/>
              <a:t>    </a:t>
            </a:r>
            <a:r>
              <a:rPr lang="fr-FR" sz="2000" dirty="0" err="1"/>
              <a:t>depends_on</a:t>
            </a:r>
            <a:r>
              <a:rPr lang="fr-FR" sz="2000" dirty="0"/>
              <a:t>:</a:t>
            </a:r>
          </a:p>
          <a:p>
            <a:pPr marL="0" indent="0">
              <a:buNone/>
            </a:pPr>
            <a:r>
              <a:rPr lang="fr-FR" sz="2000" dirty="0"/>
              <a:t>      - </a:t>
            </a:r>
            <a:r>
              <a:rPr lang="fr-FR" sz="2000" dirty="0" err="1"/>
              <a:t>ollama</a:t>
            </a:r>
            <a:endParaRPr lang="fr-FR" sz="2000" dirty="0"/>
          </a:p>
          <a:p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38161279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0A5208-C828-03AA-5C06-CBAEFCD68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Ollama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436E65D-4159-73EA-8F96-EF0124D80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C'est le Docker des LLM</a:t>
            </a:r>
          </a:p>
          <a:p>
            <a:pPr lvl="1"/>
            <a:r>
              <a:rPr lang="fr-FR" dirty="0"/>
              <a:t>Il s'occupe de tout ce qui est normalement pénible</a:t>
            </a:r>
          </a:p>
          <a:p>
            <a:pPr lvl="1"/>
            <a:r>
              <a:rPr lang="fr-FR" dirty="0"/>
              <a:t>Téléchargement des modèles depuis un </a:t>
            </a:r>
            <a:r>
              <a:rPr lang="fr-FR" dirty="0" err="1"/>
              <a:t>registry</a:t>
            </a:r>
            <a:r>
              <a:rPr lang="fr-FR" dirty="0"/>
              <a:t> (comme Docker Hub, mais pour les </a:t>
            </a:r>
            <a:r>
              <a:rPr lang="fr-FR" dirty="0" err="1"/>
              <a:t>LLMs</a:t>
            </a:r>
            <a:r>
              <a:rPr lang="fr-FR" dirty="0"/>
              <a:t>)</a:t>
            </a:r>
          </a:p>
          <a:p>
            <a:pPr lvl="1"/>
            <a:r>
              <a:rPr lang="fr-FR" dirty="0"/>
              <a:t>Quantification automatique (conversion en GGUF pour réduire la RAM nécessaire)</a:t>
            </a:r>
          </a:p>
          <a:p>
            <a:pPr lvl="1"/>
            <a:r>
              <a:rPr lang="fr-FR" dirty="0"/>
              <a:t>Inférence via llama.cpp en arrière-plan</a:t>
            </a:r>
          </a:p>
          <a:p>
            <a:pPr lvl="1"/>
            <a:r>
              <a:rPr lang="fr-FR" dirty="0"/>
              <a:t>API REST compatible </a:t>
            </a:r>
            <a:r>
              <a:rPr lang="fr-FR" dirty="0" err="1"/>
              <a:t>OpenAI</a:t>
            </a:r>
            <a:r>
              <a:rPr lang="fr-FR" dirty="0"/>
              <a:t> exposée sur</a:t>
            </a:r>
          </a:p>
        </p:txBody>
      </p:sp>
    </p:spTree>
    <p:extLst>
      <p:ext uri="{BB962C8B-B14F-4D97-AF65-F5344CB8AC3E}">
        <p14:creationId xmlns:p14="http://schemas.microsoft.com/office/powerpoint/2010/main" val="17190809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0D2E1E-E7BD-2B84-ADE9-0E0A36C55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</a:t>
            </a:r>
            <a:r>
              <a:rPr lang="fr-FR" dirty="0" err="1"/>
              <a:t>Ollama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14425C-0BB9-123F-50C9-52F21BAE7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000" dirty="0" err="1"/>
              <a:t>ollama</a:t>
            </a:r>
            <a:r>
              <a:rPr lang="fr-FR" sz="2000" dirty="0"/>
              <a:t> pull mistral</a:t>
            </a:r>
          </a:p>
          <a:p>
            <a:r>
              <a:rPr lang="fr-FR" sz="2000" dirty="0"/>
              <a:t># Lancer un chat en terminal</a:t>
            </a:r>
          </a:p>
          <a:p>
            <a:r>
              <a:rPr lang="fr-FR" sz="2000" dirty="0" err="1"/>
              <a:t>ollama</a:t>
            </a:r>
            <a:r>
              <a:rPr lang="fr-FR" sz="2000" dirty="0"/>
              <a:t> run mistral</a:t>
            </a:r>
          </a:p>
          <a:p>
            <a:r>
              <a:rPr lang="fr-FR" sz="2000" dirty="0"/>
              <a:t># Ou appeler l'API comme </a:t>
            </a:r>
            <a:r>
              <a:rPr lang="fr-FR" sz="2000" dirty="0" err="1"/>
              <a:t>OpenAI</a:t>
            </a:r>
            <a:endParaRPr lang="fr-FR" sz="2000" dirty="0"/>
          </a:p>
          <a:p>
            <a:r>
              <a:rPr lang="fr-FR" sz="2000" dirty="0" err="1"/>
              <a:t>curl</a:t>
            </a:r>
            <a:r>
              <a:rPr lang="fr-FR" sz="2000" dirty="0"/>
              <a:t> http://localhost:11434/v1/chat/completions \  -d '{"model": "mistral", "messages": [{"</a:t>
            </a:r>
            <a:r>
              <a:rPr lang="fr-FR" sz="2000" dirty="0" err="1"/>
              <a:t>role</a:t>
            </a:r>
            <a:r>
              <a:rPr lang="fr-FR" sz="2000" dirty="0"/>
              <a:t>":"</a:t>
            </a:r>
            <a:r>
              <a:rPr lang="fr-FR" sz="2000" dirty="0" err="1"/>
              <a:t>user","content":"Bonjour</a:t>
            </a:r>
            <a:r>
              <a:rPr lang="fr-FR" sz="2000" dirty="0"/>
              <a:t>"}]}'</a:t>
            </a:r>
          </a:p>
          <a:p>
            <a:r>
              <a:rPr lang="fr-FR" sz="2000" dirty="0"/>
              <a:t>Puis pour avoir l'UI Web il suffit de lancer le docker </a:t>
            </a:r>
            <a:r>
              <a:rPr lang="fr-FR" sz="2000" dirty="0" err="1"/>
              <a:t>WebUI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41938710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9BE70E-B27B-6CE6-27D6-150FDE64E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Hugging</a:t>
            </a:r>
            <a:r>
              <a:rPr lang="fr-FR" dirty="0"/>
              <a:t> Face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794FCFE-079A-40AC-B461-43E8FC47C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HuggingFace</a:t>
            </a:r>
            <a:r>
              <a:rPr lang="fr-FR" dirty="0"/>
              <a:t> est une plateforme et une entreprise qui est devenue le hub central de l'écosystème IA open source</a:t>
            </a:r>
          </a:p>
          <a:p>
            <a:pPr lvl="1"/>
            <a:r>
              <a:rPr lang="fr-FR" dirty="0" err="1"/>
              <a:t>OpenAI</a:t>
            </a:r>
            <a:r>
              <a:rPr lang="fr-FR" dirty="0"/>
              <a:t> n'est pas open source</a:t>
            </a:r>
          </a:p>
          <a:p>
            <a:r>
              <a:rPr lang="fr-FR" dirty="0"/>
              <a:t>Fournit le Hub</a:t>
            </a:r>
          </a:p>
          <a:p>
            <a:pPr lvl="1"/>
            <a:r>
              <a:rPr lang="fr-FR" dirty="0"/>
              <a:t>Tous les .bin ou .</a:t>
            </a:r>
            <a:r>
              <a:rPr lang="fr-FR" dirty="0" err="1"/>
              <a:t>gguf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900DE33-706B-6571-4FD9-60B76209E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2269" y="98786"/>
            <a:ext cx="1124107" cy="105742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29E7644-4953-FB85-1150-C912EEA2C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3338" y="3356992"/>
            <a:ext cx="4970662" cy="3501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7142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B0BA4D-0308-FC43-B887-119ED2C90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Transformers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5D320A2-FE39-9E8D-2334-88492D0492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API </a:t>
            </a:r>
            <a:r>
              <a:rPr lang="fr-FR" dirty="0" err="1"/>
              <a:t>HuggingFace</a:t>
            </a:r>
            <a:r>
              <a:rPr lang="fr-FR" dirty="0"/>
              <a:t> pour effectuer l'inférence sur tous les modèles disponibles</a:t>
            </a:r>
          </a:p>
          <a:p>
            <a:r>
              <a:rPr lang="fr-FR" dirty="0" err="1"/>
              <a:t>pip</a:t>
            </a:r>
            <a:r>
              <a:rPr lang="fr-FR" dirty="0"/>
              <a:t> </a:t>
            </a:r>
            <a:r>
              <a:rPr lang="fr-FR" dirty="0" err="1"/>
              <a:t>install</a:t>
            </a:r>
            <a:r>
              <a:rPr lang="fr-FR" dirty="0"/>
              <a:t> </a:t>
            </a:r>
            <a:r>
              <a:rPr lang="fr-FR" dirty="0" err="1"/>
              <a:t>transformers</a:t>
            </a:r>
            <a:endParaRPr lang="fr-FR" dirty="0"/>
          </a:p>
          <a:p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transformers</a:t>
            </a:r>
            <a:r>
              <a:rPr lang="fr-FR" dirty="0"/>
              <a:t> import pipeline</a:t>
            </a:r>
          </a:p>
          <a:p>
            <a:r>
              <a:rPr lang="fr-FR" dirty="0"/>
              <a:t># En 2 lignes, un modèle de traduction</a:t>
            </a:r>
          </a:p>
          <a:p>
            <a:r>
              <a:rPr lang="fr-FR" dirty="0"/>
              <a:t>translator = pipeline("translation", model="Helsinki-NLP/opus-mt-</a:t>
            </a:r>
            <a:r>
              <a:rPr lang="fr-FR" dirty="0" err="1"/>
              <a:t>fr</a:t>
            </a:r>
            <a:r>
              <a:rPr lang="fr-FR" dirty="0"/>
              <a:t>-en")</a:t>
            </a:r>
          </a:p>
          <a:p>
            <a:r>
              <a:rPr lang="fr-FR" dirty="0" err="1"/>
              <a:t>print</a:t>
            </a:r>
            <a:r>
              <a:rPr lang="fr-FR" dirty="0"/>
              <a:t>(translator("Bonjour le monde"))</a:t>
            </a:r>
          </a:p>
        </p:txBody>
      </p:sp>
    </p:spTree>
    <p:extLst>
      <p:ext uri="{BB962C8B-B14F-4D97-AF65-F5344CB8AC3E}">
        <p14:creationId xmlns:p14="http://schemas.microsoft.com/office/powerpoint/2010/main" val="39900360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0FD8EB-B8C2-D531-C5E2-74C1A1D06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Prérequis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39A868-5D46-DBDA-A894-AC3BEF2EE7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Attention aux prérequis et aux poids des modèles</a:t>
            </a:r>
          </a:p>
          <a:p>
            <a:pPr lvl="1"/>
            <a:r>
              <a:rPr lang="fr-FR" dirty="0"/>
              <a:t>Téléchargement très volumineux</a:t>
            </a:r>
          </a:p>
          <a:p>
            <a:pPr lvl="1"/>
            <a:r>
              <a:rPr lang="fr-FR" dirty="0"/>
              <a:t>Prérequis CPU, RAM et surtout GPU à surveiller</a:t>
            </a:r>
          </a:p>
        </p:txBody>
      </p:sp>
    </p:spTree>
    <p:extLst>
      <p:ext uri="{BB962C8B-B14F-4D97-AF65-F5344CB8AC3E}">
        <p14:creationId xmlns:p14="http://schemas.microsoft.com/office/powerpoint/2010/main" val="1038349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50D88E-001D-B107-D413-7D75F276A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Installations propriétaires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4A2CB56-7415-F4D5-6BA6-F1A7EF7054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Chaque fournisseur de LLM open source vous propose une installation en une ligne</a:t>
            </a:r>
          </a:p>
          <a:p>
            <a:r>
              <a:rPr lang="fr-FR" dirty="0"/>
              <a:t>Par exemple</a:t>
            </a:r>
          </a:p>
          <a:p>
            <a:pPr lvl="1"/>
            <a:r>
              <a:rPr lang="fr-FR" dirty="0"/>
              <a:t>Mistral docker</a:t>
            </a:r>
          </a:p>
          <a:p>
            <a:pPr lvl="1"/>
            <a:r>
              <a:rPr lang="en-US" dirty="0"/>
              <a:t>docker run --name </a:t>
            </a:r>
            <a:r>
              <a:rPr lang="en-US" dirty="0" err="1"/>
              <a:t>mattermost</a:t>
            </a:r>
            <a:r>
              <a:rPr lang="en-US" dirty="0"/>
              <a:t> -d --publish 8065:8065 </a:t>
            </a:r>
            <a:r>
              <a:rPr lang="en-US" dirty="0" err="1"/>
              <a:t>mattermost</a:t>
            </a:r>
            <a:r>
              <a:rPr lang="en-US" dirty="0"/>
              <a:t>/</a:t>
            </a:r>
            <a:r>
              <a:rPr lang="en-US" dirty="0" err="1"/>
              <a:t>mattermost</a:t>
            </a:r>
            <a:r>
              <a:rPr lang="en-US" dirty="0"/>
              <a:t>-team-edition</a:t>
            </a:r>
            <a:endParaRPr lang="fr-FR" dirty="0"/>
          </a:p>
          <a:p>
            <a:pPr lvl="1"/>
            <a:r>
              <a:rPr lang="fr-FR" dirty="0"/>
              <a:t>http://localhost:8065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498075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42555C-0D89-CF84-77D5-AF649E488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Nombre de paramètre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41C7CC7-CBCA-027A-8500-E76DFA0B8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s'	agit du nombre de poids du modèle</a:t>
            </a:r>
          </a:p>
          <a:p>
            <a:pPr lvl="1"/>
            <a:r>
              <a:rPr lang="fr-FR" dirty="0"/>
              <a:t>Connexion entre les neurones</a:t>
            </a:r>
          </a:p>
          <a:p>
            <a:r>
              <a:rPr lang="fr-FR" dirty="0"/>
              <a:t>1 millier en 2012</a:t>
            </a:r>
          </a:p>
          <a:p>
            <a:r>
              <a:rPr lang="fr-FR" dirty="0"/>
              <a:t>1800 milliards en 2026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827308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26BCBF-B16E-E58C-EB9F-A3160018B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 wrap="square" anchor="ctr">
            <a:normAutofit/>
          </a:bodyPr>
          <a:lstStyle/>
          <a:p>
            <a:r>
              <a:rPr lang="fr-FR" dirty="0"/>
              <a:t>Historique des Prérequis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082D1960-AF39-FC14-B211-D8F205E615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1377009"/>
              </p:ext>
            </p:extLst>
          </p:nvPr>
        </p:nvGraphicFramePr>
        <p:xfrm>
          <a:off x="179512" y="1412776"/>
          <a:ext cx="8766051" cy="5040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382969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030607-129D-5D60-20C7-89BC457A4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 wrap="square" anchor="ctr">
            <a:normAutofit/>
          </a:bodyPr>
          <a:lstStyle/>
          <a:p>
            <a:r>
              <a:rPr lang="fr-FR" dirty="0"/>
              <a:t>Historique des Prérequis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592A4CAA-D402-82A9-7964-FD43AB5365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7890789"/>
              </p:ext>
            </p:extLst>
          </p:nvPr>
        </p:nvGraphicFramePr>
        <p:xfrm>
          <a:off x="179512" y="1412776"/>
          <a:ext cx="8766051" cy="5040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858204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CFC5CC-0104-8470-DB69-E2B195527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 wrap="square" anchor="ctr">
            <a:normAutofit/>
          </a:bodyPr>
          <a:lstStyle/>
          <a:p>
            <a:r>
              <a:rPr lang="fr-FR" dirty="0"/>
              <a:t>Aujourd'hui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B203A8C1-7A70-8A9A-5903-EB8E5655AA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9191477"/>
              </p:ext>
            </p:extLst>
          </p:nvPr>
        </p:nvGraphicFramePr>
        <p:xfrm>
          <a:off x="179512" y="1412776"/>
          <a:ext cx="8766051" cy="5040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990836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79B1EC-217A-59C3-16BA-73A25471A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Intérêt des Small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E78A98-0630-9E40-4CE2-1E82542A9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Plus rapides</a:t>
            </a:r>
          </a:p>
          <a:p>
            <a:r>
              <a:rPr lang="fr-FR" dirty="0"/>
              <a:t>Moins chères</a:t>
            </a:r>
          </a:p>
          <a:p>
            <a:r>
              <a:rPr lang="fr-FR"/>
              <a:t>Evolutivité</a:t>
            </a:r>
          </a:p>
        </p:txBody>
      </p:sp>
    </p:spTree>
    <p:extLst>
      <p:ext uri="{BB962C8B-B14F-4D97-AF65-F5344CB8AC3E}">
        <p14:creationId xmlns:p14="http://schemas.microsoft.com/office/powerpoint/2010/main" val="8217447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7B5DFA-074D-24F6-9FC8-028BB270F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Rapidité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41ECFA8-5979-77EF-7734-6F2C30D47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CPU</a:t>
            </a:r>
          </a:p>
          <a:p>
            <a:pPr lvl="1"/>
            <a:r>
              <a:rPr lang="fr-FR" sz="2000" dirty="0"/>
              <a:t>4 à 8 </a:t>
            </a:r>
            <a:r>
              <a:rPr lang="fr-FR" sz="2000" dirty="0" err="1"/>
              <a:t>token</a:t>
            </a:r>
            <a:r>
              <a:rPr lang="fr-FR" sz="2000" dirty="0"/>
              <a:t> / s</a:t>
            </a:r>
          </a:p>
          <a:p>
            <a:pPr lvl="1"/>
            <a:r>
              <a:rPr lang="fr-FR" sz="2000" dirty="0"/>
              <a:t>15K à 30KT/h</a:t>
            </a:r>
          </a:p>
          <a:p>
            <a:pPr lvl="1"/>
            <a:r>
              <a:rPr lang="fr-FR" sz="2000" dirty="0"/>
              <a:t>40 prompt/h pour 1 machine</a:t>
            </a:r>
          </a:p>
          <a:p>
            <a:pPr lvl="1"/>
            <a:r>
              <a:rPr lang="fr-FR" sz="2000" dirty="0"/>
              <a:t>1 humain</a:t>
            </a:r>
          </a:p>
          <a:p>
            <a:r>
              <a:rPr lang="fr-FR" sz="2400" dirty="0"/>
              <a:t>GPU RTX</a:t>
            </a:r>
          </a:p>
          <a:p>
            <a:pPr lvl="1"/>
            <a:r>
              <a:rPr lang="fr-FR" sz="2000" dirty="0"/>
              <a:t>20 à 60 T/s suivant </a:t>
            </a:r>
            <a:r>
              <a:rPr lang="fr-FR" sz="2000" dirty="0" err="1"/>
              <a:t>quantisation</a:t>
            </a:r>
            <a:r>
              <a:rPr lang="fr-FR" sz="2000" dirty="0"/>
              <a:t> et taille du modèle</a:t>
            </a:r>
          </a:p>
          <a:p>
            <a:pPr lvl="1"/>
            <a:r>
              <a:rPr lang="fr-FR" sz="2000" dirty="0"/>
              <a:t>72 à 216KT/h</a:t>
            </a:r>
          </a:p>
          <a:p>
            <a:pPr lvl="1"/>
            <a:r>
              <a:rPr lang="fr-FR" sz="2000" dirty="0"/>
              <a:t>200 prompt/h</a:t>
            </a:r>
          </a:p>
          <a:p>
            <a:pPr lvl="1"/>
            <a:r>
              <a:rPr lang="fr-FR" sz="2000" dirty="0"/>
              <a:t>4 humains</a:t>
            </a:r>
          </a:p>
          <a:p>
            <a:r>
              <a:rPr lang="fr-FR" sz="2400" dirty="0"/>
              <a:t>GPU Rapide (€++)</a:t>
            </a:r>
          </a:p>
          <a:p>
            <a:pPr lvl="1"/>
            <a:r>
              <a:rPr lang="fr-FR" sz="2000" dirty="0"/>
              <a:t>400 prompt/h</a:t>
            </a:r>
          </a:p>
          <a:p>
            <a:pPr lvl="1"/>
            <a:r>
              <a:rPr lang="fr-FR" sz="2000" dirty="0"/>
              <a:t>8 humains</a:t>
            </a:r>
          </a:p>
          <a:p>
            <a:pPr lvl="1"/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27170696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51EE57-49B2-B69B-C170-91F6E6740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TPU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E2EF33E-27BB-FF57-1D38-ABFA46788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TPU SaaS</a:t>
            </a:r>
          </a:p>
          <a:p>
            <a:pPr lvl="1"/>
            <a:r>
              <a:rPr lang="fr-FR" dirty="0"/>
              <a:t>700 prompt/h</a:t>
            </a:r>
          </a:p>
          <a:p>
            <a:pPr lvl="1"/>
            <a:r>
              <a:rPr lang="fr-FR" dirty="0"/>
              <a:t>15 humains</a:t>
            </a:r>
          </a:p>
          <a:p>
            <a:r>
              <a:rPr lang="fr-FR" dirty="0"/>
              <a:t>Pour les modèles dernière génération d'un prompt peut découler une réflexion de plusieurs prompts</a:t>
            </a:r>
          </a:p>
          <a:p>
            <a:pPr lvl="1"/>
            <a:r>
              <a:rPr lang="fr-FR" dirty="0"/>
              <a:t>Un prompt de recherche par étape peut générer 4 à 5 prompts internes</a:t>
            </a:r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192105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C0106A-8416-38FE-4295-2A6C68D32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 wrap="square" anchor="ctr">
            <a:normAutofit/>
          </a:bodyPr>
          <a:lstStyle/>
          <a:p>
            <a:r>
              <a:rPr lang="fr-FR" dirty="0"/>
              <a:t>SaaS privatif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B1441F28-6E3C-D32E-CAA2-D6B3112FB7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0854838"/>
              </p:ext>
            </p:extLst>
          </p:nvPr>
        </p:nvGraphicFramePr>
        <p:xfrm>
          <a:off x="179512" y="1412776"/>
          <a:ext cx="8766051" cy="5040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38155791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3631</TotalTime>
  <Words>1232</Words>
  <Application>Microsoft Office PowerPoint</Application>
  <PresentationFormat>Affichage à l'écran (4:3)</PresentationFormat>
  <Paragraphs>246</Paragraphs>
  <Slides>33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33</vt:i4>
      </vt:variant>
    </vt:vector>
  </HeadingPairs>
  <TitlesOfParts>
    <vt:vector size="38" baseType="lpstr">
      <vt:lpstr>Arial</vt:lpstr>
      <vt:lpstr>Courier New</vt:lpstr>
      <vt:lpstr>Monotype Sorts</vt:lpstr>
      <vt:lpstr>Times New Roman</vt:lpstr>
      <vt:lpstr>cvc</vt:lpstr>
      <vt:lpstr>Présentation PowerPoint</vt:lpstr>
      <vt:lpstr>Licence</vt:lpstr>
      <vt:lpstr>Les LLM non libres</vt:lpstr>
      <vt:lpstr>Les LLM Libres</vt:lpstr>
      <vt:lpstr>Les modes d'installation</vt:lpstr>
      <vt:lpstr>HDF5</vt:lpstr>
      <vt:lpstr>LLM</vt:lpstr>
      <vt:lpstr>Installation PIP</vt:lpstr>
      <vt:lpstr>Les containeurs légers</vt:lpstr>
      <vt:lpstr>Docker</vt:lpstr>
      <vt:lpstr>Docker Hub</vt:lpstr>
      <vt:lpstr>Docker Compose</vt:lpstr>
      <vt:lpstr>Docker Compose simple</vt:lpstr>
      <vt:lpstr>Orchestration des services</vt:lpstr>
      <vt:lpstr>Docker compose multi fichiers</vt:lpstr>
      <vt:lpstr>Docker Hub</vt:lpstr>
      <vt:lpstr>Orchestration avancée</vt:lpstr>
      <vt:lpstr>Exemple Mistral</vt:lpstr>
      <vt:lpstr>Exemple Web UI</vt:lpstr>
      <vt:lpstr>Ollama</vt:lpstr>
      <vt:lpstr>Exemple Ollama</vt:lpstr>
      <vt:lpstr>Hugging Face </vt:lpstr>
      <vt:lpstr>Transformers</vt:lpstr>
      <vt:lpstr>Prérequis</vt:lpstr>
      <vt:lpstr>Installations propriétaires</vt:lpstr>
      <vt:lpstr>Nombre de paramètre</vt:lpstr>
      <vt:lpstr>Historique des Prérequis</vt:lpstr>
      <vt:lpstr>Historique des Prérequis</vt:lpstr>
      <vt:lpstr>Aujourd'hui</vt:lpstr>
      <vt:lpstr>Intérêt des Small</vt:lpstr>
      <vt:lpstr>Rapidité</vt:lpstr>
      <vt:lpstr>TPU</vt:lpstr>
      <vt:lpstr>SaaS privatif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262</cp:revision>
  <dcterms:created xsi:type="dcterms:W3CDTF">2000-04-10T19:33:12Z</dcterms:created>
  <dcterms:modified xsi:type="dcterms:W3CDTF">2026-04-30T10:01:48Z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